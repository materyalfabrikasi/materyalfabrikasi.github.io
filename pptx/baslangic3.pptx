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8" r:id="rId19"/>
    <p:sldId id="257" r:id="rId3"/>
    <p:sldId id="258" r:id="rId4"/>
    <p:sldId id="259" r:id="rId5"/>
    <p:sldId id="260" r:id="rId6"/>
    <p:sldId id="263" r:id="rId7"/>
    <p:sldId id="261" r:id="rId8"/>
    <p:sldId id="262"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  <Relationship Id="rId19" Type="http://schemas.openxmlformats.org/officeDocument/2006/relationships/slide" Target="slides/slide1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ibe yılmaz" userId="c5b8086cf0450f08" providerId="LiveId" clId="{FF14E87A-836D-47F1-B83A-3BA86BF6E679}"/>
    <pc:docChg chg="undo custSel delSld modSld">
      <pc:chgData name="edibe yılmaz" userId="c5b8086cf0450f08" providerId="LiveId" clId="{FF14E87A-836D-47F1-B83A-3BA86BF6E679}" dt="2026-06-30T13:25:32.284" v="137" actId="6549"/>
      <pc:docMkLst>
        <pc:docMk/>
      </pc:docMkLst>
      <pc:sldChg chg="del">
        <pc:chgData name="edibe yılmaz" userId="c5b8086cf0450f08" providerId="LiveId" clId="{FF14E87A-836D-47F1-B83A-3BA86BF6E679}" dt="2026-06-30T13:23:08.696" v="0" actId="2696"/>
        <pc:sldMkLst>
          <pc:docMk/>
          <pc:sldMk cId="0" sldId="264"/>
        </pc:sldMkLst>
      </pc:sldChg>
      <pc:sldChg chg="modSp mod">
        <pc:chgData name="edibe yılmaz" userId="c5b8086cf0450f08" providerId="LiveId" clId="{FF14E87A-836D-47F1-B83A-3BA86BF6E679}" dt="2026-06-30T13:24:08.503" v="6" actId="1076"/>
        <pc:sldMkLst>
          <pc:docMk/>
          <pc:sldMk cId="0" sldId="265"/>
        </pc:sldMkLst>
        <pc:spChg chg="mod">
          <ac:chgData name="edibe yılmaz" userId="c5b8086cf0450f08" providerId="LiveId" clId="{FF14E87A-836D-47F1-B83A-3BA86BF6E679}" dt="2026-06-30T13:24:08.503" v="6" actId="1076"/>
          <ac:spMkLst>
            <pc:docMk/>
            <pc:sldMk cId="0" sldId="265"/>
            <ac:spMk id="15" creationId="{00000000-0000-0000-0000-000000000000}"/>
          </ac:spMkLst>
        </pc:spChg>
        <pc:spChg chg="mod">
          <ac:chgData name="edibe yılmaz" userId="c5b8086cf0450f08" providerId="LiveId" clId="{FF14E87A-836D-47F1-B83A-3BA86BF6E679}" dt="2026-06-30T13:24:07.830" v="5" actId="1076"/>
          <ac:spMkLst>
            <pc:docMk/>
            <pc:sldMk cId="0" sldId="265"/>
            <ac:spMk id="16" creationId="{00000000-0000-0000-0000-000000000000}"/>
          </ac:spMkLst>
        </pc:spChg>
      </pc:sldChg>
      <pc:sldChg chg="modSp mod">
        <pc:chgData name="edibe yılmaz" userId="c5b8086cf0450f08" providerId="LiveId" clId="{FF14E87A-836D-47F1-B83A-3BA86BF6E679}" dt="2026-06-30T13:25:32.284" v="137" actId="6549"/>
        <pc:sldMkLst>
          <pc:docMk/>
          <pc:sldMk cId="0" sldId="266"/>
        </pc:sldMkLst>
        <pc:spChg chg="mod">
          <ac:chgData name="edibe yılmaz" userId="c5b8086cf0450f08" providerId="LiveId" clId="{FF14E87A-836D-47F1-B83A-3BA86BF6E679}" dt="2026-06-30T13:24:51.821" v="43" actId="20577"/>
          <ac:spMkLst>
            <pc:docMk/>
            <pc:sldMk cId="0" sldId="266"/>
            <ac:spMk id="5" creationId="{00000000-0000-0000-0000-000000000000}"/>
          </ac:spMkLst>
        </pc:spChg>
        <pc:spChg chg="mod">
          <ac:chgData name="edibe yılmaz" userId="c5b8086cf0450f08" providerId="LiveId" clId="{FF14E87A-836D-47F1-B83A-3BA86BF6E679}" dt="2026-06-30T13:25:32.284" v="137" actId="6549"/>
          <ac:spMkLst>
            <pc:docMk/>
            <pc:sldMk cId="0" sldId="26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048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Dil Dedektifi! Bugün benim doğum günüm!' de, heyecanlı bir tonla. 'Bana ne demelisin?' diye sor, bekle. (Öğrenci 'İyi ki doğdun!' demeli, gerekirse hatırlat.) 'Teşekkür ederim! Peki, kaç yaşındayım dersin? Hadi mumları birlikte sayalım!' de, bir sonraki slayta geç.</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benim doğum günüm!' de. Öğrenci 'İyi ki doğdun!' desin diye bekle, gerekirse rozeti göster. 'Teşekkürler! Peki ben kaç yaşındayım? Mumlara bakalım, birlikte sayalım!' 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'Mumları birlikte sayalım! Ekrana bak ve tekrar et: Bir... iki... üç... dört... beş...' de, 10'a kadar devam et. Her sayıdan sonra kısa bir duraklama bırak. Mum sayma oyunu gibi yap.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'Şimdi biraz daha zorlayalım: On bir... on iki... on üç...' de, 20'ye kadar devam et. '13' özellikle önemli — bu derste yaş örneği olarak kullanılacak, biraz daha vurgulu söyle.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'Mumları saydık! On üç tane mum vardı. Demek ki ben on üç yaşındayım!' de. 'Ben' de, bekle. 'On üç' de, bekle. 'Yaşındayım' de, bekle. 'Şimdi birleştir: Ben on üç yaşındayım!' de. Sonra 'Harika! Şimdi kendi yaşını koyarak söyle.' 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'Ekrana karışık sayılar gelecek. Hemen Türkçe söyle!' de. '15... 8... 20!' her birinden sonra duraklat. 'Çok hızlısın!' diyerek kutla.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'Arkadaşına sormak için şunu kullan: Sen kaç yaşındasın?' de, yavaş ve heceli söyle. Bekle, öğrenci tekrar etsin. Bir daha söylet. 'Harika! Şimdi bunu bir arkadaşına sorabilirsin.' 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'Birinin doğum günü mü? O zaman en sevdiğimiz iki cümleyi söyleyelim: İyi ki doğdun!' de, bekle. 'Doğum günün kutlu olsun!' de, bekle. 'Harika, artık bir kutlama uzmanısın!' 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Basit bir örnek ver: 'Ayşe 7 yaşında. Fatma 17 yaşında. Hüseyin de 17 yaşında.' de. 'Ayşe, Fatma'ya nasıl seslenir?' diye sor, bekle. 'Fatma Abla der, çünkü Fatma büyük.' de. 'Peki Ayşe, Hüseyin'e nasıl seslenir?' diye sor, bekle. 'Hüseyin Abi der, çünkü Hüseyin de ondan büyük.' de. 'Peki Fatma, Hüseyin'e nasıl seslenir?' diye sor, bekle. 'Sadece Hüseyin der, çünkü ikisi aynı yaşta, akran.' de. Bunu basit ve yavaş anlat.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Öğrencilerin görev heyecanıyla ayrılmasını sağla. 'Bugün öğrendiklerini kuzenlerinle dene!' de. 'Bir sonraki görevde görüşürüz!' diyebilirsin.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'Görev tamamlandı dedektifim! Bugün sayıları öğrendin. Yaşını söylemeyi öğrendin.' de. 'Bir sonraki görevde görüşürüz, hoşça kal!' diyerek kapat.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üç görevimiz var!' de. Kartları sırayla göster: 'Bir: 1'den 20'ye kadar sayacağız. İki: Kaç yaşındasın diye sorup yaşımızı söyleyeceğiz. Üç: İyi ki doğdun diyerek doğum günü kutlayacağız.' Sonra 'Hazır mısın?' diye sor, öğrenci 'Hazırım!' desin, bir sonraki slayta geç.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 Id="rId100" Type="http://schemas.openxmlformats.org/officeDocument/2006/relationships/image" Target="../media/emoji_2b50.png"/><Relationship Id="rId101" Type="http://schemas.openxmlformats.org/officeDocument/2006/relationships/image" Target="../media/emoji_1f38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 Id="rId100" Type="http://schemas.openxmlformats.org/officeDocument/2006/relationships/image" Target="../media/emoji_1f389.png"/><Relationship Id="rId101" Type="http://schemas.openxmlformats.org/officeDocument/2006/relationships/image" Target="../media/emoji_1f382.png"/><Relationship Id="rId102" Type="http://schemas.openxmlformats.org/officeDocument/2006/relationships/image" Target="../media/emoji_1f381.png"/><Relationship Id="rId103" Type="http://schemas.openxmlformats.org/officeDocument/2006/relationships/image" Target="../media/emoji_23f8.png"/><Relationship Id="rId104" Type="http://schemas.openxmlformats.org/officeDocument/2006/relationships/image" Target="../media/emoji_1f9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 Id="rId100" Type="http://schemas.openxmlformats.org/officeDocument/2006/relationships/image" Target="../media/emoji_1f56f.png"/><Relationship Id="rId101" Type="http://schemas.openxmlformats.org/officeDocument/2006/relationships/image" Target="../media/emoji_23f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100" Type="http://schemas.openxmlformats.org/officeDocument/2006/relationships/image" Target="../media/emoji_1f522.png"/><Relationship Id="rId101" Type="http://schemas.openxmlformats.org/officeDocument/2006/relationships/image" Target="../media/emoji_23f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 Id="rId100" Type="http://schemas.openxmlformats.org/officeDocument/2006/relationships/image" Target="../media/emoji_1f382.png"/><Relationship Id="rId101" Type="http://schemas.openxmlformats.org/officeDocument/2006/relationships/image" Target="../media/emoji_23f8.png"/><Relationship Id="rId102" Type="http://schemas.openxmlformats.org/officeDocument/2006/relationships/image" Target="../media/emoji_1f3af.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100" Type="http://schemas.openxmlformats.org/officeDocument/2006/relationships/image" Target="../media/emoji_26a1.png"/><Relationship Id="rId101" Type="http://schemas.openxmlformats.org/officeDocument/2006/relationships/image" Target="../media/emoji_23f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100" Type="http://schemas.openxmlformats.org/officeDocument/2006/relationships/image" Target="../media/emoji_2753.png"/><Relationship Id="rId101" Type="http://schemas.openxmlformats.org/officeDocument/2006/relationships/image" Target="../media/emoji_23f8.png"/><Relationship Id="rId102" Type="http://schemas.openxmlformats.org/officeDocument/2006/relationships/image" Target="../media/emoji_1f44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100" Type="http://schemas.openxmlformats.org/officeDocument/2006/relationships/image" Target="../media/emoji_1f389.png"/><Relationship Id="rId101" Type="http://schemas.openxmlformats.org/officeDocument/2006/relationships/image" Target="../media/emoji_1f382.png"/><Relationship Id="rId102" Type="http://schemas.openxmlformats.org/officeDocument/2006/relationships/image" Target="../media/emoji_1f381.png"/><Relationship Id="rId103" Type="http://schemas.openxmlformats.org/officeDocument/2006/relationships/image" Target="../media/emoji_23f8.png"/><Relationship Id="rId104" Type="http://schemas.openxmlformats.org/officeDocument/2006/relationships/image" Target="../media/emoji_1f38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 Id="rId100" Type="http://schemas.openxmlformats.org/officeDocument/2006/relationships/image" Target="../media/emoji_1f30d.png"/><Relationship Id="rId101" Type="http://schemas.openxmlformats.org/officeDocument/2006/relationships/image" Target="../media/emoji_1f92b.png"/><Relationship Id="rId102" Type="http://schemas.openxmlformats.org/officeDocument/2006/relationships/image" Target="../media/emoji_1f467.png"/><Relationship Id="rId103" Type="http://schemas.openxmlformats.org/officeDocument/2006/relationships/image" Target="../media/emoji_1f469.png"/><Relationship Id="rId104" Type="http://schemas.openxmlformats.org/officeDocument/2006/relationships/image" Target="../media/emoji_1f9d1.png"/><Relationship Id="rId105" Type="http://schemas.openxmlformats.org/officeDocument/2006/relationships/image" Target="../media/emoji_23f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100" Type="http://schemas.openxmlformats.org/officeDocument/2006/relationships/image" Target="../media/emoji_1f3c5.png"/><Relationship Id="rId101" Type="http://schemas.openxmlformats.org/officeDocument/2006/relationships/image" Target="../media/emoji_1f4f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100" Type="http://schemas.openxmlformats.org/officeDocument/2006/relationships/image" Target="../media/emoji_2b50.png"/><Relationship Id="rId101" Type="http://schemas.openxmlformats.org/officeDocument/2006/relationships/image" Target="../media/emoji_2728.png"/><Relationship Id="rId102" Type="http://schemas.openxmlformats.org/officeDocument/2006/relationships/image" Target="../media/emoji_1f382.png"/><Relationship Id="rId103" Type="http://schemas.openxmlformats.org/officeDocument/2006/relationships/image" Target="../media/emoji_1f44b.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99" Type="http://schemas.openxmlformats.org/officeDocument/2006/relationships/notesSlide" Target="../notesSlides/notesSlide12.xml"/><Relationship Id="rId100" Type="http://schemas.openxmlformats.org/officeDocument/2006/relationships/image" Target="../media/emoji_1f56f.png"/><Relationship Id="rId101" Type="http://schemas.openxmlformats.org/officeDocument/2006/relationships/image" Target="../media/emoji_1f382.png"/><Relationship Id="rId102" Type="http://schemas.openxmlformats.org/officeDocument/2006/relationships/image" Target="../media/emoji_1f389.png"/><Relationship Id="rId103" Type="http://schemas.openxmlformats.org/officeDocument/2006/relationships/image" Target="../media/emoji_23f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5A"/>
        </a:solidFill>
        <a:effectLst/>
      </p:bgPr>
    </p:bg>
    <p:spTree>
      <p:nvGrpSpPr>
        <p:cNvPr id="1" name=""/>
        <p:cNvGrpSpPr/>
        <p:nvPr/>
      </p:nvGrpSpPr>
      <p:grpSpPr>
        <a:xfrm>
          <a:off x="0" y="0"/>
          <a:ext cx="0" cy="0"/>
          <a:chOff x="0" y="0"/>
          <a:chExt cx="0" cy="0"/>
        </a:xfrm>
      </p:grpSpPr>
      <p:sp>
        <p:nvSpPr>
          <p:cNvPr id="2" name="Text 0"/>
          <p:cNvSpPr/>
          <p:nvPr/>
        </p:nvSpPr>
        <p:spPr>
          <a:xfrm>
            <a:off x="274320" y="27432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15" name="Emoji 15" descr="emoji"/>
          <p:cNvPicPr>
            <a:picLocks noChangeAspect="1"/>
          </p:cNvPicPr>
          <p:nvPr/>
        </p:nvPicPr>
        <p:blipFill>
          <a:blip r:embed="rId100"/>
          <a:stretch>
            <a:fillRect/>
          </a:stretch>
        </p:blipFill>
        <p:spPr>
          <a:xfrm>
            <a:off x="388620" y="388620"/>
            <a:ext cx="228600" cy="228600"/>
          </a:xfrm>
          <a:prstGeom prst="rect">
            <a:avLst/>
          </a:prstGeom>
        </p:spPr>
      </p:pic>
      <p:sp>
        <p:nvSpPr>
          <p:cNvPr id="3" name="Text 1"/>
          <p:cNvSpPr/>
          <p:nvPr/>
        </p:nvSpPr>
        <p:spPr>
          <a:xfrm>
            <a:off x="8686800" y="36576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16" name="Emoji 16" descr="emoji"/>
          <p:cNvPicPr>
            <a:picLocks noChangeAspect="1"/>
          </p:cNvPicPr>
          <p:nvPr/>
        </p:nvPicPr>
        <p:blipFill>
          <a:blip r:embed="rId100"/>
          <a:stretch>
            <a:fillRect/>
          </a:stretch>
        </p:blipFill>
        <p:spPr>
          <a:xfrm>
            <a:off x="8801100" y="480060"/>
            <a:ext cx="228600" cy="228600"/>
          </a:xfrm>
          <a:prstGeom prst="rect">
            <a:avLst/>
          </a:prstGeom>
        </p:spPr>
      </p:pic>
      <p:sp>
        <p:nvSpPr>
          <p:cNvPr id="4" name="Text 2"/>
          <p:cNvSpPr/>
          <p:nvPr/>
        </p:nvSpPr>
        <p:spPr>
          <a:xfrm>
            <a:off x="731520" y="438912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17" name="Emoji 17" descr="emoji"/>
          <p:cNvPicPr>
            <a:picLocks noChangeAspect="1"/>
          </p:cNvPicPr>
          <p:nvPr/>
        </p:nvPicPr>
        <p:blipFill>
          <a:blip r:embed="rId100"/>
          <a:stretch>
            <a:fillRect/>
          </a:stretch>
        </p:blipFill>
        <p:spPr>
          <a:xfrm>
            <a:off x="845820" y="4503420"/>
            <a:ext cx="228600" cy="228600"/>
          </a:xfrm>
          <a:prstGeom prst="rect">
            <a:avLst/>
          </a:prstGeom>
        </p:spPr>
      </p:pic>
      <p:sp>
        <p:nvSpPr>
          <p:cNvPr id="5" name="Text 3"/>
          <p:cNvSpPr/>
          <p:nvPr/>
        </p:nvSpPr>
        <p:spPr>
          <a:xfrm>
            <a:off x="8412480" y="457200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18" name="Emoji 18" descr="emoji"/>
          <p:cNvPicPr>
            <a:picLocks noChangeAspect="1"/>
          </p:cNvPicPr>
          <p:nvPr/>
        </p:nvPicPr>
        <p:blipFill>
          <a:blip r:embed="rId100"/>
          <a:stretch>
            <a:fillRect/>
          </a:stretch>
        </p:blipFill>
        <p:spPr>
          <a:xfrm>
            <a:off x="8526780" y="4686300"/>
            <a:ext cx="228600" cy="228600"/>
          </a:xfrm>
          <a:prstGeom prst="rect">
            <a:avLst/>
          </a:prstGeom>
        </p:spPr>
      </p:pic>
      <p:sp>
        <p:nvSpPr>
          <p:cNvPr id="6" name="Text 4"/>
          <p:cNvSpPr/>
          <p:nvPr/>
        </p:nvSpPr>
        <p:spPr>
          <a:xfrm>
            <a:off x="4572000" y="18288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19" name="Emoji 19" descr="emoji"/>
          <p:cNvPicPr>
            <a:picLocks noChangeAspect="1"/>
          </p:cNvPicPr>
          <p:nvPr/>
        </p:nvPicPr>
        <p:blipFill>
          <a:blip r:embed="rId100"/>
          <a:stretch>
            <a:fillRect/>
          </a:stretch>
        </p:blipFill>
        <p:spPr>
          <a:xfrm>
            <a:off x="4686300" y="297180"/>
            <a:ext cx="228600" cy="228600"/>
          </a:xfrm>
          <a:prstGeom prst="rect">
            <a:avLst/>
          </a:prstGeom>
        </p:spPr>
      </p:pic>
      <p:sp>
        <p:nvSpPr>
          <p:cNvPr id="7" name="Text 5"/>
          <p:cNvSpPr/>
          <p:nvPr/>
        </p:nvSpPr>
        <p:spPr>
          <a:xfrm>
            <a:off x="2286000" y="475488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20" name="Emoji 20" descr="emoji"/>
          <p:cNvPicPr>
            <a:picLocks noChangeAspect="1"/>
          </p:cNvPicPr>
          <p:nvPr/>
        </p:nvPicPr>
        <p:blipFill>
          <a:blip r:embed="rId100"/>
          <a:stretch>
            <a:fillRect/>
          </a:stretch>
        </p:blipFill>
        <p:spPr>
          <a:xfrm>
            <a:off x="2400300" y="4869180"/>
            <a:ext cx="228600" cy="228600"/>
          </a:xfrm>
          <a:prstGeom prst="rect">
            <a:avLst/>
          </a:prstGeom>
        </p:spPr>
      </p:pic>
      <p:sp>
        <p:nvSpPr>
          <p:cNvPr id="8" name="Text 6"/>
          <p:cNvSpPr/>
          <p:nvPr/>
        </p:nvSpPr>
        <p:spPr>
          <a:xfrm>
            <a:off x="6858000" y="4846320"/>
            <a:ext cx="45720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21" name="Emoji 21" descr="emoji"/>
          <p:cNvPicPr>
            <a:picLocks noChangeAspect="1"/>
          </p:cNvPicPr>
          <p:nvPr/>
        </p:nvPicPr>
        <p:blipFill>
          <a:blip r:embed="rId100"/>
          <a:stretch>
            <a:fillRect/>
          </a:stretch>
        </p:blipFill>
        <p:spPr>
          <a:xfrm>
            <a:off x="6972300" y="4960620"/>
            <a:ext cx="228600" cy="228600"/>
          </a:xfrm>
          <a:prstGeom prst="rect">
            <a:avLst/>
          </a:prstGeom>
        </p:spPr>
      </p:pic>
      <p:sp>
        <p:nvSpPr>
          <p:cNvPr id="9" name="Shape 7"/>
          <p:cNvSpPr/>
          <p:nvPr/>
        </p:nvSpPr>
        <p:spPr>
          <a:xfrm>
            <a:off x="3749040" y="457200"/>
            <a:ext cx="1645920" cy="1645920"/>
          </a:xfrm>
          <a:prstGeom prst="ellipse">
            <a:avLst/>
          </a:prstGeom>
          <a:solidFill>
            <a:srgbClr val="FBBF24"/>
          </a:solidFill>
          <a:ln/>
          <a:effectLst>
            <a:outerShdw blurRad="101600" dist="38100" dir="2700000" algn="bl" rotWithShape="0">
              <a:srgbClr val="000000">
                <a:alpha val="15000"/>
              </a:srgbClr>
            </a:outerShdw>
          </a:effectLst>
        </p:spPr>
      </p:sp>
      <p:sp>
        <p:nvSpPr>
          <p:cNvPr id="10" name="Text 8"/>
          <p:cNvSpPr/>
          <p:nvPr/>
        </p:nvSpPr>
        <p:spPr>
          <a:xfrm>
            <a:off x="3749040" y="548640"/>
            <a:ext cx="1645920" cy="1371600"/>
          </a:xfrm>
          <a:prstGeom prst="rect">
            <a:avLst/>
          </a:prstGeom>
          <a:noFill/>
          <a:ln/>
        </p:spPr>
        <p:txBody>
          <a:bodyPr wrap="square" rtlCol="0" anchor="ctr"/>
          <a:lstStyle/>
          <a:p>
            <a:pPr marL="0" indent="0" algn="ctr">
              <a:buNone/>
            </a:pPr>
            <a:r>
              <a:rPr lang="en-US" sz="4200" dirty="0">
                <a:solidFill>
                  <a:srgbClr val="000000"/>
                </a:solidFill>
              </a:rPr>
              <a:t xml:space="preserve">    </a:t>
            </a:r>
            <a:endParaRPr lang="en-US" sz="4200" dirty="0"/>
          </a:p>
        </p:txBody>
      </p:sp>
      <p:pic>
        <p:nvPicPr>
          <p:cNvPr id="22" name="Emoji 22" descr="emoji"/>
          <p:cNvPicPr>
            <a:picLocks noChangeAspect="1"/>
          </p:cNvPicPr>
          <p:nvPr/>
        </p:nvPicPr>
        <p:blipFill>
          <a:blip r:embed="rId101"/>
          <a:stretch>
            <a:fillRect/>
          </a:stretch>
        </p:blipFill>
        <p:spPr>
          <a:xfrm>
            <a:off x="4305300" y="967740"/>
            <a:ext cx="533400" cy="533400"/>
          </a:xfrm>
          <a:prstGeom prst="rect">
            <a:avLst/>
          </a:prstGeom>
        </p:spPr>
      </p:pic>
      <p:sp>
        <p:nvSpPr>
          <p:cNvPr id="11" name="Text 9"/>
          <p:cNvSpPr/>
          <p:nvPr/>
        </p:nvSpPr>
        <p:spPr>
          <a:xfrm>
            <a:off x="457200" y="2286000"/>
            <a:ext cx="8229600" cy="777240"/>
          </a:xfrm>
          <a:prstGeom prst="rect">
            <a:avLst/>
          </a:prstGeom>
          <a:noFill/>
          <a:ln/>
        </p:spPr>
        <p:txBody>
          <a:bodyPr wrap="square" rtlCol="0" anchor="ctr"/>
          <a:lstStyle/>
          <a:p>
            <a:pPr marL="0" indent="0" algn="ctr">
              <a:buNone/>
            </a:pPr>
            <a:r>
              <a:rPr lang="en-US" sz="4800" b="1" dirty="0">
                <a:solidFill>
                  <a:srgbClr val="FBBF24"/>
                </a:solidFill>
                <a:latin typeface="Arial" pitchFamily="34" charset="0"/>
                <a:ea typeface="Arial" pitchFamily="34" charset="-122"/>
                <a:cs typeface="Arial" pitchFamily="34" charset="-120"/>
              </a:rPr>
              <a:t>DİL DEDEKTİFİ</a:t>
            </a:r>
            <a:endParaRPr lang="en-US" sz="4800" dirty="0"/>
          </a:p>
        </p:txBody>
      </p:sp>
      <p:sp>
        <p:nvSpPr>
          <p:cNvPr id="12" name="Text 10"/>
          <p:cNvSpPr/>
          <p:nvPr/>
        </p:nvSpPr>
        <p:spPr>
          <a:xfrm>
            <a:off x="457200" y="3108960"/>
            <a:ext cx="8229600" cy="594360"/>
          </a:xfrm>
          <a:prstGeom prst="rect">
            <a:avLst/>
          </a:prstGeom>
          <a:noFill/>
          <a:ln/>
        </p:spPr>
        <p:txBody>
          <a:bodyPr wrap="square" rtlCol="0" anchor="ctr"/>
          <a:lstStyle/>
          <a:p>
            <a:pPr marL="0" indent="0" algn="ctr">
              <a:buNone/>
            </a:pPr>
            <a:r>
              <a:rPr lang="en-US" sz="2400" kern="0" spc="400" dirty="0">
                <a:solidFill>
                  <a:srgbClr val="FFFFFF"/>
                </a:solidFill>
                <a:latin typeface="Arial" pitchFamily="34" charset="0"/>
                <a:ea typeface="Arial" pitchFamily="34" charset="-122"/>
                <a:cs typeface="Arial" pitchFamily="34" charset="-120"/>
              </a:rPr>
              <a:t>DOĞUM GÜNÜ SIRRI</a:t>
            </a:r>
            <a:endParaRPr lang="en-US" sz="2400" dirty="0"/>
          </a:p>
        </p:txBody>
      </p:sp>
      <p:sp>
        <p:nvSpPr>
          <p:cNvPr id="13" name="Shape 11"/>
          <p:cNvSpPr/>
          <p:nvPr/>
        </p:nvSpPr>
        <p:spPr>
          <a:xfrm>
            <a:off x="2651760" y="3794760"/>
            <a:ext cx="3840480" cy="594360"/>
          </a:xfrm>
          <a:prstGeom prst="roundRect">
            <a:avLst>
              <a:gd name="adj" fmla="val 23077"/>
            </a:avLst>
          </a:prstGeom>
          <a:solidFill>
            <a:srgbClr val="F97316"/>
          </a:solidFill>
          <a:ln/>
          <a:effectLst>
            <a:outerShdw blurRad="101600" dist="38100" dir="2700000" algn="bl" rotWithShape="0">
              <a:srgbClr val="000000">
                <a:alpha val="15000"/>
              </a:srgbClr>
            </a:outerShdw>
          </a:effectLst>
        </p:spPr>
      </p:sp>
      <p:sp>
        <p:nvSpPr>
          <p:cNvPr id="14" name="Text 12"/>
          <p:cNvSpPr/>
          <p:nvPr/>
        </p:nvSpPr>
        <p:spPr>
          <a:xfrm>
            <a:off x="2651760" y="3840480"/>
            <a:ext cx="38404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Başlangıç Seviyesi • 13-16 Yaş</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9F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3AED"/>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300" b="1" dirty="0">
                <a:solidFill>
                  <a:srgbClr val="FFFFFF"/>
                </a:solidFill>
                <a:latin typeface="Arial" pitchFamily="34" charset="0"/>
                <a:ea typeface="Arial" pitchFamily="34" charset="-122"/>
                <a:cs typeface="Arial" pitchFamily="34" charset="-120"/>
              </a:rPr>
              <a:t xml:space="preserve">      BUGÜN BENİM DOĞUM GÜNÜM!</a:t>
            </a:r>
            <a:endParaRPr lang="en-US" sz="2300" dirty="0"/>
          </a:p>
        </p:txBody>
      </p:sp>
      <p:pic>
        <p:nvPicPr>
          <p:cNvPr id="11" name="Emoji 11" descr="emoji"/>
          <p:cNvPicPr>
            <a:picLocks noChangeAspect="1"/>
          </p:cNvPicPr>
          <p:nvPr/>
        </p:nvPicPr>
        <p:blipFill>
          <a:blip r:embed="rId100"/>
          <a:stretch>
            <a:fillRect/>
          </a:stretch>
        </p:blipFill>
        <p:spPr>
          <a:xfrm>
            <a:off x="1873958" y="311150"/>
            <a:ext cx="292100" cy="292100"/>
          </a:xfrm>
          <a:prstGeom prst="rect">
            <a:avLst/>
          </a:prstGeom>
        </p:spPr>
      </p:pic>
      <p:sp>
        <p:nvSpPr>
          <p:cNvPr id="4" name="Text 2"/>
          <p:cNvSpPr/>
          <p:nvPr/>
        </p:nvSpPr>
        <p:spPr>
          <a:xfrm>
            <a:off x="3566160" y="1051560"/>
            <a:ext cx="2011680" cy="1463040"/>
          </a:xfrm>
          <a:prstGeom prst="rect">
            <a:avLst/>
          </a:prstGeom>
          <a:noFill/>
          <a:ln/>
        </p:spPr>
        <p:txBody>
          <a:bodyPr wrap="square" rtlCol="0" anchor="ctr"/>
          <a:lstStyle/>
          <a:p>
            <a:pPr marL="0" indent="0" algn="ctr">
              <a:buNone/>
            </a:pPr>
            <a:r>
              <a:rPr lang="en-US" sz="7000" dirty="0">
                <a:solidFill>
                  <a:srgbClr val="000000"/>
                </a:solidFill>
              </a:rPr>
              <a:t xml:space="preserve">    </a:t>
            </a:r>
            <a:endParaRPr lang="en-US" sz="7000" dirty="0"/>
          </a:p>
        </p:txBody>
      </p:sp>
      <p:pic>
        <p:nvPicPr>
          <p:cNvPr id="12" name="Emoji 12" descr="emoji"/>
          <p:cNvPicPr>
            <a:picLocks noChangeAspect="1"/>
          </p:cNvPicPr>
          <p:nvPr/>
        </p:nvPicPr>
        <p:blipFill>
          <a:blip r:embed="rId101"/>
          <a:stretch>
            <a:fillRect/>
          </a:stretch>
        </p:blipFill>
        <p:spPr>
          <a:xfrm>
            <a:off x="4127500" y="1338580"/>
            <a:ext cx="889000" cy="889000"/>
          </a:xfrm>
          <a:prstGeom prst="rect">
            <a:avLst/>
          </a:prstGeom>
        </p:spPr>
      </p:pic>
      <p:sp>
        <p:nvSpPr>
          <p:cNvPr id="5" name="Shape 3"/>
          <p:cNvSpPr/>
          <p:nvPr/>
        </p:nvSpPr>
        <p:spPr>
          <a:xfrm>
            <a:off x="817510" y="2628901"/>
            <a:ext cx="7315200" cy="731520"/>
          </a:xfrm>
          <a:prstGeom prst="roundRect">
            <a:avLst>
              <a:gd name="adj" fmla="val 18750"/>
            </a:avLst>
          </a:prstGeom>
          <a:solidFill>
            <a:srgbClr val="7C3AED"/>
          </a:solidFill>
          <a:ln/>
          <a:effectLst>
            <a:outerShdw blurRad="101600" dist="38100" dir="2700000" algn="bl" rotWithShape="0">
              <a:srgbClr val="000000">
                <a:alpha val="15000"/>
              </a:srgbClr>
            </a:outerShdw>
          </a:effectLst>
        </p:spPr>
      </p:sp>
      <p:sp>
        <p:nvSpPr>
          <p:cNvPr id="6" name="Text 4"/>
          <p:cNvSpPr/>
          <p:nvPr/>
        </p:nvSpPr>
        <p:spPr>
          <a:xfrm>
            <a:off x="914400" y="2651760"/>
            <a:ext cx="731520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 xml:space="preserve">      İyi ki doğdun!</a:t>
            </a:r>
            <a:endParaRPr lang="en-US" sz="2600" dirty="0"/>
          </a:p>
        </p:txBody>
      </p:sp>
      <p:pic>
        <p:nvPicPr>
          <p:cNvPr id="13" name="Emoji 13" descr="emoji"/>
          <p:cNvPicPr>
            <a:picLocks noChangeAspect="1"/>
          </p:cNvPicPr>
          <p:nvPr/>
        </p:nvPicPr>
        <p:blipFill>
          <a:blip r:embed="rId102"/>
          <a:stretch>
            <a:fillRect/>
          </a:stretch>
        </p:blipFill>
        <p:spPr>
          <a:xfrm>
            <a:off x="3242088" y="2852420"/>
            <a:ext cx="330200" cy="330200"/>
          </a:xfrm>
          <a:prstGeom prst="rect">
            <a:avLst/>
          </a:prstGeom>
        </p:spPr>
      </p:pic>
      <p:sp>
        <p:nvSpPr>
          <p:cNvPr id="7" name="Shape 5"/>
          <p:cNvSpPr/>
          <p:nvPr/>
        </p:nvSpPr>
        <p:spPr>
          <a:xfrm>
            <a:off x="3017520" y="352044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8" name="Text 6"/>
          <p:cNvSpPr/>
          <p:nvPr/>
        </p:nvSpPr>
        <p:spPr>
          <a:xfrm>
            <a:off x="3017520" y="352044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Sen de Söyle!</a:t>
            </a:r>
            <a:endParaRPr lang="en-US" sz="1400" dirty="0"/>
          </a:p>
        </p:txBody>
      </p:sp>
      <p:pic>
        <p:nvPicPr>
          <p:cNvPr id="14" name="Emoji 14" descr="emoji"/>
          <p:cNvPicPr>
            <a:picLocks noChangeAspect="1"/>
          </p:cNvPicPr>
          <p:nvPr/>
        </p:nvPicPr>
        <p:blipFill>
          <a:blip r:embed="rId103"/>
          <a:stretch>
            <a:fillRect/>
          </a:stretch>
        </p:blipFill>
        <p:spPr>
          <a:xfrm>
            <a:off x="3850726" y="3683000"/>
            <a:ext cx="177800" cy="177800"/>
          </a:xfrm>
          <a:prstGeom prst="rect">
            <a:avLst/>
          </a:prstGeom>
        </p:spPr>
      </p:pic>
      <p:sp>
        <p:nvSpPr>
          <p:cNvPr id="9" name="Shape 7"/>
          <p:cNvSpPr/>
          <p:nvPr/>
        </p:nvSpPr>
        <p:spPr>
          <a:xfrm>
            <a:off x="1371600" y="4206240"/>
            <a:ext cx="6400800" cy="731520"/>
          </a:xfrm>
          <a:prstGeom prst="roundRect">
            <a:avLst>
              <a:gd name="adj" fmla="val 18750"/>
            </a:avLst>
          </a:prstGeom>
          <a:solidFill>
            <a:srgbClr val="FFFFFF"/>
          </a:solidFill>
          <a:ln/>
          <a:effectLst>
            <a:outerShdw blurRad="101600" dist="38100" dir="2700000" algn="bl" rotWithShape="0">
              <a:srgbClr val="000000">
                <a:alpha val="15000"/>
              </a:srgbClr>
            </a:outerShdw>
          </a:effectLst>
        </p:spPr>
      </p:sp>
      <p:sp>
        <p:nvSpPr>
          <p:cNvPr id="10" name="Text 8"/>
          <p:cNvSpPr/>
          <p:nvPr/>
        </p:nvSpPr>
        <p:spPr>
          <a:xfrm>
            <a:off x="1463040" y="4251960"/>
            <a:ext cx="6217920" cy="640080"/>
          </a:xfrm>
          <a:prstGeom prst="rect">
            <a:avLst/>
          </a:prstGeom>
          <a:noFill/>
          <a:ln/>
        </p:spPr>
        <p:txBody>
          <a:bodyPr wrap="square" rtlCol="0" anchor="ctr"/>
          <a:lstStyle/>
          <a:p>
            <a:pPr marL="0" indent="0" algn="ctr">
              <a:buNone/>
            </a:pPr>
            <a:r>
              <a:rPr lang="en-US" sz="1400" b="1" dirty="0">
                <a:solidFill>
                  <a:srgbClr val="7C3AED"/>
                </a:solidFill>
                <a:latin typeface="Arial" pitchFamily="34" charset="0"/>
                <a:ea typeface="Arial" pitchFamily="34" charset="-122"/>
                <a:cs typeface="Arial" pitchFamily="34" charset="-120"/>
              </a:rPr>
              <a:t xml:space="preserve">      Peki ben kaç yaşındayım? Hadi mumları sayalım!</a:t>
            </a:r>
            <a:endParaRPr lang="en-US" sz="1400" dirty="0"/>
          </a:p>
        </p:txBody>
      </p:sp>
      <p:pic>
        <p:nvPicPr>
          <p:cNvPr id="15" name="Emoji 15" descr="emoji"/>
          <p:cNvPicPr>
            <a:picLocks noChangeAspect="1"/>
          </p:cNvPicPr>
          <p:nvPr/>
        </p:nvPicPr>
        <p:blipFill>
          <a:blip r:embed="rId104"/>
          <a:stretch>
            <a:fillRect/>
          </a:stretch>
        </p:blipFill>
        <p:spPr>
          <a:xfrm>
            <a:off x="2363387" y="4483100"/>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25706"/>
            <a:ext cx="9144000" cy="914400"/>
          </a:xfrm>
          <a:prstGeom prst="rect">
            <a:avLst/>
          </a:prstGeom>
          <a:solidFill>
            <a:srgbClr val="2563EB"/>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 xml:space="preserve">      MUMLARI SAY: 1-10</a:t>
            </a:r>
            <a:endParaRPr lang="en-US" sz="2600" dirty="0"/>
          </a:p>
        </p:txBody>
      </p:sp>
      <p:pic>
        <p:nvPicPr>
          <p:cNvPr id="46" name="Emoji 46" descr="emoji"/>
          <p:cNvPicPr>
            <a:picLocks noChangeAspect="1"/>
          </p:cNvPicPr>
          <p:nvPr/>
        </p:nvPicPr>
        <p:blipFill>
          <a:blip r:embed="rId100"/>
          <a:stretch>
            <a:fillRect/>
          </a:stretch>
        </p:blipFill>
        <p:spPr>
          <a:xfrm>
            <a:off x="2563578" y="292100"/>
            <a:ext cx="330200" cy="330200"/>
          </a:xfrm>
          <a:prstGeom prst="rect">
            <a:avLst/>
          </a:prstGeom>
        </p:spPr>
      </p:pic>
      <p:sp>
        <p:nvSpPr>
          <p:cNvPr id="4" name="Shape 2"/>
          <p:cNvSpPr/>
          <p:nvPr/>
        </p:nvSpPr>
        <p:spPr>
          <a:xfrm>
            <a:off x="365760" y="1143000"/>
            <a:ext cx="1508760" cy="1234440"/>
          </a:xfrm>
          <a:prstGeom prst="roundRect">
            <a:avLst>
              <a:gd name="adj" fmla="val 11111"/>
            </a:avLst>
          </a:prstGeom>
          <a:solidFill>
            <a:srgbClr val="2563EB"/>
          </a:solidFill>
          <a:ln/>
          <a:effectLst>
            <a:outerShdw blurRad="101600" dist="38100" dir="2700000" algn="bl" rotWithShape="0">
              <a:srgbClr val="000000">
                <a:alpha val="15000"/>
              </a:srgbClr>
            </a:outerShdw>
          </a:effectLst>
        </p:spPr>
      </p:sp>
      <p:sp>
        <p:nvSpPr>
          <p:cNvPr id="5" name="Text 3"/>
          <p:cNvSpPr/>
          <p:nvPr/>
        </p:nvSpPr>
        <p:spPr>
          <a:xfrm>
            <a:off x="365760" y="119786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47" name="Emoji 47" descr="emoji"/>
          <p:cNvPicPr>
            <a:picLocks noChangeAspect="1"/>
          </p:cNvPicPr>
          <p:nvPr/>
        </p:nvPicPr>
        <p:blipFill>
          <a:blip r:embed="rId100"/>
          <a:stretch>
            <a:fillRect/>
          </a:stretch>
        </p:blipFill>
        <p:spPr>
          <a:xfrm>
            <a:off x="1005840" y="1312164"/>
            <a:ext cx="228600" cy="228600"/>
          </a:xfrm>
          <a:prstGeom prst="rect">
            <a:avLst/>
          </a:prstGeom>
        </p:spPr>
      </p:pic>
      <p:sp>
        <p:nvSpPr>
          <p:cNvPr id="6" name="Text 4"/>
          <p:cNvSpPr/>
          <p:nvPr/>
        </p:nvSpPr>
        <p:spPr>
          <a:xfrm>
            <a:off x="365760" y="155448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365760" y="198424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Bir</a:t>
            </a:r>
            <a:endParaRPr lang="en-US" sz="1300" dirty="0"/>
          </a:p>
        </p:txBody>
      </p:sp>
      <p:sp>
        <p:nvSpPr>
          <p:cNvPr id="8" name="Shape 6"/>
          <p:cNvSpPr/>
          <p:nvPr/>
        </p:nvSpPr>
        <p:spPr>
          <a:xfrm>
            <a:off x="2057400" y="1143000"/>
            <a:ext cx="1508760" cy="1234440"/>
          </a:xfrm>
          <a:prstGeom prst="roundRect">
            <a:avLst>
              <a:gd name="adj" fmla="val 11111"/>
            </a:avLst>
          </a:prstGeom>
          <a:solidFill>
            <a:srgbClr val="16A34A"/>
          </a:solidFill>
          <a:ln/>
          <a:effectLst>
            <a:outerShdw blurRad="101600" dist="38100" dir="2700000" algn="bl" rotWithShape="0">
              <a:srgbClr val="000000">
                <a:alpha val="15000"/>
              </a:srgbClr>
            </a:outerShdw>
          </a:effectLst>
        </p:spPr>
      </p:sp>
      <p:sp>
        <p:nvSpPr>
          <p:cNvPr id="9" name="Text 7"/>
          <p:cNvSpPr/>
          <p:nvPr/>
        </p:nvSpPr>
        <p:spPr>
          <a:xfrm>
            <a:off x="2057400" y="119786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48" name="Emoji 48" descr="emoji"/>
          <p:cNvPicPr>
            <a:picLocks noChangeAspect="1"/>
          </p:cNvPicPr>
          <p:nvPr/>
        </p:nvPicPr>
        <p:blipFill>
          <a:blip r:embed="rId100"/>
          <a:stretch>
            <a:fillRect/>
          </a:stretch>
        </p:blipFill>
        <p:spPr>
          <a:xfrm>
            <a:off x="2697480" y="1312164"/>
            <a:ext cx="228600" cy="228600"/>
          </a:xfrm>
          <a:prstGeom prst="rect">
            <a:avLst/>
          </a:prstGeom>
        </p:spPr>
      </p:pic>
      <p:sp>
        <p:nvSpPr>
          <p:cNvPr id="10" name="Text 8"/>
          <p:cNvSpPr/>
          <p:nvPr/>
        </p:nvSpPr>
        <p:spPr>
          <a:xfrm>
            <a:off x="2057400" y="155448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2057400" y="198424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İki</a:t>
            </a:r>
            <a:endParaRPr lang="en-US" sz="1300" dirty="0"/>
          </a:p>
        </p:txBody>
      </p:sp>
      <p:sp>
        <p:nvSpPr>
          <p:cNvPr id="12" name="Shape 10"/>
          <p:cNvSpPr/>
          <p:nvPr/>
        </p:nvSpPr>
        <p:spPr>
          <a:xfrm>
            <a:off x="3749040" y="1143000"/>
            <a:ext cx="1508760" cy="1234440"/>
          </a:xfrm>
          <a:prstGeom prst="roundRect">
            <a:avLst>
              <a:gd name="adj" fmla="val 11111"/>
            </a:avLst>
          </a:prstGeom>
          <a:solidFill>
            <a:srgbClr val="F97316"/>
          </a:solidFill>
          <a:ln/>
          <a:effectLst>
            <a:outerShdw blurRad="101600" dist="38100" dir="2700000" algn="bl" rotWithShape="0">
              <a:srgbClr val="000000">
                <a:alpha val="15000"/>
              </a:srgbClr>
            </a:outerShdw>
          </a:effectLst>
        </p:spPr>
      </p:sp>
      <p:sp>
        <p:nvSpPr>
          <p:cNvPr id="13" name="Text 11"/>
          <p:cNvSpPr/>
          <p:nvPr/>
        </p:nvSpPr>
        <p:spPr>
          <a:xfrm>
            <a:off x="3749040" y="119786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49" name="Emoji 49" descr="emoji"/>
          <p:cNvPicPr>
            <a:picLocks noChangeAspect="1"/>
          </p:cNvPicPr>
          <p:nvPr/>
        </p:nvPicPr>
        <p:blipFill>
          <a:blip r:embed="rId100"/>
          <a:stretch>
            <a:fillRect/>
          </a:stretch>
        </p:blipFill>
        <p:spPr>
          <a:xfrm>
            <a:off x="4389120" y="1312164"/>
            <a:ext cx="228600" cy="228600"/>
          </a:xfrm>
          <a:prstGeom prst="rect">
            <a:avLst/>
          </a:prstGeom>
        </p:spPr>
      </p:pic>
      <p:sp>
        <p:nvSpPr>
          <p:cNvPr id="14" name="Text 12"/>
          <p:cNvSpPr/>
          <p:nvPr/>
        </p:nvSpPr>
        <p:spPr>
          <a:xfrm>
            <a:off x="3749040" y="155448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3749040" y="198424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Üç</a:t>
            </a:r>
            <a:endParaRPr lang="en-US" sz="1300" dirty="0"/>
          </a:p>
        </p:txBody>
      </p:sp>
      <p:sp>
        <p:nvSpPr>
          <p:cNvPr id="16" name="Shape 14"/>
          <p:cNvSpPr/>
          <p:nvPr/>
        </p:nvSpPr>
        <p:spPr>
          <a:xfrm>
            <a:off x="5440680" y="1143000"/>
            <a:ext cx="1508760" cy="1234440"/>
          </a:xfrm>
          <a:prstGeom prst="roundRect">
            <a:avLst>
              <a:gd name="adj" fmla="val 11111"/>
            </a:avLst>
          </a:prstGeom>
          <a:solidFill>
            <a:srgbClr val="7C3AED"/>
          </a:solidFill>
          <a:ln/>
          <a:effectLst>
            <a:outerShdw blurRad="101600" dist="38100" dir="2700000" algn="bl" rotWithShape="0">
              <a:srgbClr val="000000">
                <a:alpha val="15000"/>
              </a:srgbClr>
            </a:outerShdw>
          </a:effectLst>
        </p:spPr>
      </p:sp>
      <p:sp>
        <p:nvSpPr>
          <p:cNvPr id="17" name="Text 15"/>
          <p:cNvSpPr/>
          <p:nvPr/>
        </p:nvSpPr>
        <p:spPr>
          <a:xfrm>
            <a:off x="5440680" y="119786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0" name="Emoji 50" descr="emoji"/>
          <p:cNvPicPr>
            <a:picLocks noChangeAspect="1"/>
          </p:cNvPicPr>
          <p:nvPr/>
        </p:nvPicPr>
        <p:blipFill>
          <a:blip r:embed="rId100"/>
          <a:stretch>
            <a:fillRect/>
          </a:stretch>
        </p:blipFill>
        <p:spPr>
          <a:xfrm>
            <a:off x="6080760" y="1312164"/>
            <a:ext cx="228600" cy="228600"/>
          </a:xfrm>
          <a:prstGeom prst="rect">
            <a:avLst/>
          </a:prstGeom>
        </p:spPr>
      </p:pic>
      <p:sp>
        <p:nvSpPr>
          <p:cNvPr id="18" name="Text 16"/>
          <p:cNvSpPr/>
          <p:nvPr/>
        </p:nvSpPr>
        <p:spPr>
          <a:xfrm>
            <a:off x="5440680" y="155448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5440680" y="198424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Dört</a:t>
            </a:r>
            <a:endParaRPr lang="en-US" sz="1300" dirty="0"/>
          </a:p>
        </p:txBody>
      </p:sp>
      <p:sp>
        <p:nvSpPr>
          <p:cNvPr id="20" name="Shape 18"/>
          <p:cNvSpPr/>
          <p:nvPr/>
        </p:nvSpPr>
        <p:spPr>
          <a:xfrm>
            <a:off x="7132320" y="1143000"/>
            <a:ext cx="1508760" cy="1234440"/>
          </a:xfrm>
          <a:prstGeom prst="roundRect">
            <a:avLst>
              <a:gd name="adj" fmla="val 11111"/>
            </a:avLst>
          </a:prstGeom>
          <a:solidFill>
            <a:srgbClr val="DC2626"/>
          </a:solidFill>
          <a:ln/>
          <a:effectLst>
            <a:outerShdw blurRad="101600" dist="38100" dir="2700000" algn="bl" rotWithShape="0">
              <a:srgbClr val="000000">
                <a:alpha val="15000"/>
              </a:srgbClr>
            </a:outerShdw>
          </a:effectLst>
        </p:spPr>
      </p:sp>
      <p:sp>
        <p:nvSpPr>
          <p:cNvPr id="21" name="Text 19"/>
          <p:cNvSpPr/>
          <p:nvPr/>
        </p:nvSpPr>
        <p:spPr>
          <a:xfrm>
            <a:off x="7132320" y="119786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1" name="Emoji 51" descr="emoji"/>
          <p:cNvPicPr>
            <a:picLocks noChangeAspect="1"/>
          </p:cNvPicPr>
          <p:nvPr/>
        </p:nvPicPr>
        <p:blipFill>
          <a:blip r:embed="rId100"/>
          <a:stretch>
            <a:fillRect/>
          </a:stretch>
        </p:blipFill>
        <p:spPr>
          <a:xfrm>
            <a:off x="7772400" y="1312164"/>
            <a:ext cx="228600" cy="228600"/>
          </a:xfrm>
          <a:prstGeom prst="rect">
            <a:avLst/>
          </a:prstGeom>
        </p:spPr>
      </p:pic>
      <p:sp>
        <p:nvSpPr>
          <p:cNvPr id="22" name="Text 20"/>
          <p:cNvSpPr/>
          <p:nvPr/>
        </p:nvSpPr>
        <p:spPr>
          <a:xfrm>
            <a:off x="7132320" y="155448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3" name="Text 21"/>
          <p:cNvSpPr/>
          <p:nvPr/>
        </p:nvSpPr>
        <p:spPr>
          <a:xfrm>
            <a:off x="7132320" y="198424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Beş</a:t>
            </a:r>
            <a:endParaRPr lang="en-US" sz="1300" dirty="0"/>
          </a:p>
        </p:txBody>
      </p:sp>
      <p:sp>
        <p:nvSpPr>
          <p:cNvPr id="24" name="Shape 22"/>
          <p:cNvSpPr/>
          <p:nvPr/>
        </p:nvSpPr>
        <p:spPr>
          <a:xfrm>
            <a:off x="365760" y="2560320"/>
            <a:ext cx="1508760" cy="1234440"/>
          </a:xfrm>
          <a:prstGeom prst="roundRect">
            <a:avLst>
              <a:gd name="adj" fmla="val 11111"/>
            </a:avLst>
          </a:prstGeom>
          <a:solidFill>
            <a:srgbClr val="2563EB"/>
          </a:solidFill>
          <a:ln/>
          <a:effectLst>
            <a:outerShdw blurRad="101600" dist="38100" dir="2700000" algn="bl" rotWithShape="0">
              <a:srgbClr val="000000">
                <a:alpha val="15000"/>
              </a:srgbClr>
            </a:outerShdw>
          </a:effectLst>
        </p:spPr>
      </p:sp>
      <p:sp>
        <p:nvSpPr>
          <p:cNvPr id="25" name="Text 23"/>
          <p:cNvSpPr/>
          <p:nvPr/>
        </p:nvSpPr>
        <p:spPr>
          <a:xfrm>
            <a:off x="365760" y="261518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2" name="Emoji 52" descr="emoji"/>
          <p:cNvPicPr>
            <a:picLocks noChangeAspect="1"/>
          </p:cNvPicPr>
          <p:nvPr/>
        </p:nvPicPr>
        <p:blipFill>
          <a:blip r:embed="rId100"/>
          <a:stretch>
            <a:fillRect/>
          </a:stretch>
        </p:blipFill>
        <p:spPr>
          <a:xfrm>
            <a:off x="1005840" y="2729484"/>
            <a:ext cx="228600" cy="228600"/>
          </a:xfrm>
          <a:prstGeom prst="rect">
            <a:avLst/>
          </a:prstGeom>
        </p:spPr>
      </p:pic>
      <p:sp>
        <p:nvSpPr>
          <p:cNvPr id="26" name="Text 24"/>
          <p:cNvSpPr/>
          <p:nvPr/>
        </p:nvSpPr>
        <p:spPr>
          <a:xfrm>
            <a:off x="365760" y="297180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7" name="Text 25"/>
          <p:cNvSpPr/>
          <p:nvPr/>
        </p:nvSpPr>
        <p:spPr>
          <a:xfrm>
            <a:off x="365760" y="340156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Altı</a:t>
            </a:r>
            <a:endParaRPr lang="en-US" sz="1300" dirty="0"/>
          </a:p>
        </p:txBody>
      </p:sp>
      <p:sp>
        <p:nvSpPr>
          <p:cNvPr id="28" name="Shape 26"/>
          <p:cNvSpPr/>
          <p:nvPr/>
        </p:nvSpPr>
        <p:spPr>
          <a:xfrm>
            <a:off x="2057400" y="2560320"/>
            <a:ext cx="1508760" cy="1234440"/>
          </a:xfrm>
          <a:prstGeom prst="roundRect">
            <a:avLst>
              <a:gd name="adj" fmla="val 11111"/>
            </a:avLst>
          </a:prstGeom>
          <a:solidFill>
            <a:srgbClr val="16A34A"/>
          </a:solidFill>
          <a:ln/>
          <a:effectLst>
            <a:outerShdw blurRad="101600" dist="38100" dir="2700000" algn="bl" rotWithShape="0">
              <a:srgbClr val="000000">
                <a:alpha val="15000"/>
              </a:srgbClr>
            </a:outerShdw>
          </a:effectLst>
        </p:spPr>
      </p:sp>
      <p:sp>
        <p:nvSpPr>
          <p:cNvPr id="29" name="Text 27"/>
          <p:cNvSpPr/>
          <p:nvPr/>
        </p:nvSpPr>
        <p:spPr>
          <a:xfrm>
            <a:off x="2057400" y="261518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3" name="Emoji 53" descr="emoji"/>
          <p:cNvPicPr>
            <a:picLocks noChangeAspect="1"/>
          </p:cNvPicPr>
          <p:nvPr/>
        </p:nvPicPr>
        <p:blipFill>
          <a:blip r:embed="rId100"/>
          <a:stretch>
            <a:fillRect/>
          </a:stretch>
        </p:blipFill>
        <p:spPr>
          <a:xfrm>
            <a:off x="2697480" y="2729484"/>
            <a:ext cx="228600" cy="228600"/>
          </a:xfrm>
          <a:prstGeom prst="rect">
            <a:avLst/>
          </a:prstGeom>
        </p:spPr>
      </p:pic>
      <p:sp>
        <p:nvSpPr>
          <p:cNvPr id="30" name="Text 28"/>
          <p:cNvSpPr/>
          <p:nvPr/>
        </p:nvSpPr>
        <p:spPr>
          <a:xfrm>
            <a:off x="2057400" y="297180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31" name="Text 29"/>
          <p:cNvSpPr/>
          <p:nvPr/>
        </p:nvSpPr>
        <p:spPr>
          <a:xfrm>
            <a:off x="2057400" y="340156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Yedi</a:t>
            </a:r>
            <a:endParaRPr lang="en-US" sz="1300" dirty="0"/>
          </a:p>
        </p:txBody>
      </p:sp>
      <p:sp>
        <p:nvSpPr>
          <p:cNvPr id="32" name="Shape 30"/>
          <p:cNvSpPr/>
          <p:nvPr/>
        </p:nvSpPr>
        <p:spPr>
          <a:xfrm>
            <a:off x="3749040" y="2560320"/>
            <a:ext cx="1508760" cy="1234440"/>
          </a:xfrm>
          <a:prstGeom prst="roundRect">
            <a:avLst>
              <a:gd name="adj" fmla="val 11111"/>
            </a:avLst>
          </a:prstGeom>
          <a:solidFill>
            <a:srgbClr val="F97316"/>
          </a:solidFill>
          <a:ln/>
          <a:effectLst>
            <a:outerShdw blurRad="101600" dist="38100" dir="2700000" algn="bl" rotWithShape="0">
              <a:srgbClr val="000000">
                <a:alpha val="15000"/>
              </a:srgbClr>
            </a:outerShdw>
          </a:effectLst>
        </p:spPr>
      </p:sp>
      <p:sp>
        <p:nvSpPr>
          <p:cNvPr id="33" name="Text 31"/>
          <p:cNvSpPr/>
          <p:nvPr/>
        </p:nvSpPr>
        <p:spPr>
          <a:xfrm>
            <a:off x="3749040" y="261518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4" name="Emoji 54" descr="emoji"/>
          <p:cNvPicPr>
            <a:picLocks noChangeAspect="1"/>
          </p:cNvPicPr>
          <p:nvPr/>
        </p:nvPicPr>
        <p:blipFill>
          <a:blip r:embed="rId100"/>
          <a:stretch>
            <a:fillRect/>
          </a:stretch>
        </p:blipFill>
        <p:spPr>
          <a:xfrm>
            <a:off x="4389120" y="2729484"/>
            <a:ext cx="228600" cy="228600"/>
          </a:xfrm>
          <a:prstGeom prst="rect">
            <a:avLst/>
          </a:prstGeom>
        </p:spPr>
      </p:pic>
      <p:sp>
        <p:nvSpPr>
          <p:cNvPr id="34" name="Text 32"/>
          <p:cNvSpPr/>
          <p:nvPr/>
        </p:nvSpPr>
        <p:spPr>
          <a:xfrm>
            <a:off x="3749040" y="297180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8</a:t>
            </a:r>
            <a:endParaRPr lang="en-US" sz="2000" dirty="0"/>
          </a:p>
        </p:txBody>
      </p:sp>
      <p:sp>
        <p:nvSpPr>
          <p:cNvPr id="35" name="Text 33"/>
          <p:cNvSpPr/>
          <p:nvPr/>
        </p:nvSpPr>
        <p:spPr>
          <a:xfrm>
            <a:off x="3749040" y="340156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Sekiz</a:t>
            </a:r>
            <a:endParaRPr lang="en-US" sz="1300" dirty="0"/>
          </a:p>
        </p:txBody>
      </p:sp>
      <p:sp>
        <p:nvSpPr>
          <p:cNvPr id="36" name="Shape 34"/>
          <p:cNvSpPr/>
          <p:nvPr/>
        </p:nvSpPr>
        <p:spPr>
          <a:xfrm>
            <a:off x="5440680" y="2560320"/>
            <a:ext cx="1508760" cy="1234440"/>
          </a:xfrm>
          <a:prstGeom prst="roundRect">
            <a:avLst>
              <a:gd name="adj" fmla="val 11111"/>
            </a:avLst>
          </a:prstGeom>
          <a:solidFill>
            <a:srgbClr val="7C3AED"/>
          </a:solidFill>
          <a:ln/>
          <a:effectLst>
            <a:outerShdw blurRad="101600" dist="38100" dir="2700000" algn="bl" rotWithShape="0">
              <a:srgbClr val="000000">
                <a:alpha val="15000"/>
              </a:srgbClr>
            </a:outerShdw>
          </a:effectLst>
        </p:spPr>
      </p:sp>
      <p:sp>
        <p:nvSpPr>
          <p:cNvPr id="37" name="Text 35"/>
          <p:cNvSpPr/>
          <p:nvPr/>
        </p:nvSpPr>
        <p:spPr>
          <a:xfrm>
            <a:off x="5440680" y="261518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5" name="Emoji 55" descr="emoji"/>
          <p:cNvPicPr>
            <a:picLocks noChangeAspect="1"/>
          </p:cNvPicPr>
          <p:nvPr/>
        </p:nvPicPr>
        <p:blipFill>
          <a:blip r:embed="rId100"/>
          <a:stretch>
            <a:fillRect/>
          </a:stretch>
        </p:blipFill>
        <p:spPr>
          <a:xfrm>
            <a:off x="6080760" y="2729484"/>
            <a:ext cx="228600" cy="228600"/>
          </a:xfrm>
          <a:prstGeom prst="rect">
            <a:avLst/>
          </a:prstGeom>
        </p:spPr>
      </p:pic>
      <p:sp>
        <p:nvSpPr>
          <p:cNvPr id="38" name="Text 36"/>
          <p:cNvSpPr/>
          <p:nvPr/>
        </p:nvSpPr>
        <p:spPr>
          <a:xfrm>
            <a:off x="5440680" y="297180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9</a:t>
            </a:r>
            <a:endParaRPr lang="en-US" sz="2000" dirty="0"/>
          </a:p>
        </p:txBody>
      </p:sp>
      <p:sp>
        <p:nvSpPr>
          <p:cNvPr id="39" name="Text 37"/>
          <p:cNvSpPr/>
          <p:nvPr/>
        </p:nvSpPr>
        <p:spPr>
          <a:xfrm>
            <a:off x="5440680" y="340156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Dokuz</a:t>
            </a:r>
            <a:endParaRPr lang="en-US" sz="1300" dirty="0"/>
          </a:p>
        </p:txBody>
      </p:sp>
      <p:sp>
        <p:nvSpPr>
          <p:cNvPr id="40" name="Shape 38"/>
          <p:cNvSpPr/>
          <p:nvPr/>
        </p:nvSpPr>
        <p:spPr>
          <a:xfrm>
            <a:off x="7132320" y="2560320"/>
            <a:ext cx="1508760" cy="1234440"/>
          </a:xfrm>
          <a:prstGeom prst="roundRect">
            <a:avLst>
              <a:gd name="adj" fmla="val 11111"/>
            </a:avLst>
          </a:prstGeom>
          <a:solidFill>
            <a:srgbClr val="DC2626"/>
          </a:solidFill>
          <a:ln/>
          <a:effectLst>
            <a:outerShdw blurRad="101600" dist="38100" dir="2700000" algn="bl" rotWithShape="0">
              <a:srgbClr val="000000">
                <a:alpha val="15000"/>
              </a:srgbClr>
            </a:outerShdw>
          </a:effectLst>
        </p:spPr>
      </p:sp>
      <p:sp>
        <p:nvSpPr>
          <p:cNvPr id="41" name="Text 39"/>
          <p:cNvSpPr/>
          <p:nvPr/>
        </p:nvSpPr>
        <p:spPr>
          <a:xfrm>
            <a:off x="7132320" y="2615184"/>
            <a:ext cx="1508760" cy="45720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56" name="Emoji 56" descr="emoji"/>
          <p:cNvPicPr>
            <a:picLocks noChangeAspect="1"/>
          </p:cNvPicPr>
          <p:nvPr/>
        </p:nvPicPr>
        <p:blipFill>
          <a:blip r:embed="rId100"/>
          <a:stretch>
            <a:fillRect/>
          </a:stretch>
        </p:blipFill>
        <p:spPr>
          <a:xfrm>
            <a:off x="7772400" y="2729484"/>
            <a:ext cx="228600" cy="228600"/>
          </a:xfrm>
          <a:prstGeom prst="rect">
            <a:avLst/>
          </a:prstGeom>
        </p:spPr>
      </p:pic>
      <p:sp>
        <p:nvSpPr>
          <p:cNvPr id="42" name="Text 40"/>
          <p:cNvSpPr/>
          <p:nvPr/>
        </p:nvSpPr>
        <p:spPr>
          <a:xfrm>
            <a:off x="7132320" y="2971800"/>
            <a:ext cx="1508760" cy="41148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10</a:t>
            </a:r>
            <a:endParaRPr lang="en-US" sz="2000" dirty="0"/>
          </a:p>
        </p:txBody>
      </p:sp>
      <p:sp>
        <p:nvSpPr>
          <p:cNvPr id="43" name="Text 41"/>
          <p:cNvSpPr/>
          <p:nvPr/>
        </p:nvSpPr>
        <p:spPr>
          <a:xfrm>
            <a:off x="7132320" y="3401568"/>
            <a:ext cx="1508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a:t>
            </a:r>
            <a:endParaRPr lang="en-US" sz="1300" dirty="0"/>
          </a:p>
        </p:txBody>
      </p:sp>
      <p:sp>
        <p:nvSpPr>
          <p:cNvPr id="44" name="Shape 42"/>
          <p:cNvSpPr/>
          <p:nvPr/>
        </p:nvSpPr>
        <p:spPr>
          <a:xfrm>
            <a:off x="3017520" y="411480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45" name="Text 43"/>
          <p:cNvSpPr/>
          <p:nvPr/>
        </p:nvSpPr>
        <p:spPr>
          <a:xfrm>
            <a:off x="3017520" y="411480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Sayarak Tekrar Et!</a:t>
            </a:r>
            <a:endParaRPr lang="en-US" sz="1400" dirty="0"/>
          </a:p>
        </p:txBody>
      </p:sp>
      <p:pic>
        <p:nvPicPr>
          <p:cNvPr id="57" name="Emoji 57" descr="emoji"/>
          <p:cNvPicPr>
            <a:picLocks noChangeAspect="1"/>
          </p:cNvPicPr>
          <p:nvPr/>
        </p:nvPicPr>
        <p:blipFill>
          <a:blip r:embed="rId101"/>
          <a:stretch>
            <a:fillRect/>
          </a:stretch>
        </p:blipFill>
        <p:spPr>
          <a:xfrm>
            <a:off x="3659469" y="4277360"/>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7" grpId="0" animBg="1"/>
      <p:bldP spid="38" grpId="0" animBg="1"/>
      <p:bldP spid="39" grpId="0" animBg="1"/>
      <p:bldP spid="41" grpId="0" animBg="1"/>
      <p:bldP spid="42" grpId="0" animBg="1"/>
      <p:bldP spid="43" grpId="0" animBg="1"/>
      <p:bldP spid="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18288"/>
            <a:ext cx="9144000" cy="914400"/>
          </a:xfrm>
          <a:prstGeom prst="rect">
            <a:avLst/>
          </a:prstGeom>
          <a:solidFill>
            <a:srgbClr val="7C3AED"/>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 xml:space="preserve">      SAYILAR: 11-20</a:t>
            </a:r>
            <a:endParaRPr lang="en-US" sz="2600" dirty="0"/>
          </a:p>
        </p:txBody>
      </p:sp>
      <p:pic>
        <p:nvPicPr>
          <p:cNvPr id="36" name="Emoji 36" descr="emoji"/>
          <p:cNvPicPr>
            <a:picLocks noChangeAspect="1"/>
          </p:cNvPicPr>
          <p:nvPr/>
        </p:nvPicPr>
        <p:blipFill>
          <a:blip r:embed="rId100"/>
          <a:stretch>
            <a:fillRect/>
          </a:stretch>
        </p:blipFill>
        <p:spPr>
          <a:xfrm>
            <a:off x="2908774" y="292100"/>
            <a:ext cx="330200" cy="330200"/>
          </a:xfrm>
          <a:prstGeom prst="rect">
            <a:avLst/>
          </a:prstGeom>
        </p:spPr>
      </p:pic>
      <p:sp>
        <p:nvSpPr>
          <p:cNvPr id="4" name="Shape 2"/>
          <p:cNvSpPr/>
          <p:nvPr/>
        </p:nvSpPr>
        <p:spPr>
          <a:xfrm>
            <a:off x="365760" y="1143000"/>
            <a:ext cx="1508760" cy="1234440"/>
          </a:xfrm>
          <a:prstGeom prst="roundRect">
            <a:avLst>
              <a:gd name="adj" fmla="val 11111"/>
            </a:avLst>
          </a:prstGeom>
          <a:solidFill>
            <a:srgbClr val="7C3AED"/>
          </a:solidFill>
          <a:ln/>
          <a:effectLst>
            <a:outerShdw blurRad="101600" dist="38100" dir="2700000" algn="bl" rotWithShape="0">
              <a:srgbClr val="000000">
                <a:alpha val="15000"/>
              </a:srgbClr>
            </a:outerShdw>
          </a:effectLst>
        </p:spPr>
      </p:sp>
      <p:sp>
        <p:nvSpPr>
          <p:cNvPr id="5" name="Text 3"/>
          <p:cNvSpPr/>
          <p:nvPr/>
        </p:nvSpPr>
        <p:spPr>
          <a:xfrm>
            <a:off x="365760" y="121615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11</a:t>
            </a:r>
            <a:endParaRPr lang="en-US" sz="2600" dirty="0"/>
          </a:p>
        </p:txBody>
      </p:sp>
      <p:sp>
        <p:nvSpPr>
          <p:cNvPr id="6" name="Text 4"/>
          <p:cNvSpPr/>
          <p:nvPr/>
        </p:nvSpPr>
        <p:spPr>
          <a:xfrm>
            <a:off x="365760" y="182880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bir</a:t>
            </a:r>
            <a:endParaRPr lang="en-US" sz="1300" dirty="0"/>
          </a:p>
        </p:txBody>
      </p:sp>
      <p:sp>
        <p:nvSpPr>
          <p:cNvPr id="7" name="Shape 5"/>
          <p:cNvSpPr/>
          <p:nvPr/>
        </p:nvSpPr>
        <p:spPr>
          <a:xfrm>
            <a:off x="2057400" y="1143000"/>
            <a:ext cx="1508760" cy="1234440"/>
          </a:xfrm>
          <a:prstGeom prst="roundRect">
            <a:avLst>
              <a:gd name="adj" fmla="val 11111"/>
            </a:avLst>
          </a:prstGeom>
          <a:solidFill>
            <a:srgbClr val="2563EB"/>
          </a:solidFill>
          <a:ln/>
          <a:effectLst>
            <a:outerShdw blurRad="101600" dist="38100" dir="2700000" algn="bl" rotWithShape="0">
              <a:srgbClr val="000000">
                <a:alpha val="15000"/>
              </a:srgbClr>
            </a:outerShdw>
          </a:effectLst>
        </p:spPr>
      </p:sp>
      <p:sp>
        <p:nvSpPr>
          <p:cNvPr id="8" name="Text 6"/>
          <p:cNvSpPr/>
          <p:nvPr/>
        </p:nvSpPr>
        <p:spPr>
          <a:xfrm>
            <a:off x="2057400" y="121615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12</a:t>
            </a:r>
            <a:endParaRPr lang="en-US" sz="2600" dirty="0"/>
          </a:p>
        </p:txBody>
      </p:sp>
      <p:sp>
        <p:nvSpPr>
          <p:cNvPr id="9" name="Text 7"/>
          <p:cNvSpPr/>
          <p:nvPr/>
        </p:nvSpPr>
        <p:spPr>
          <a:xfrm>
            <a:off x="2057400" y="182880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iki</a:t>
            </a:r>
            <a:endParaRPr lang="en-US" sz="1300" dirty="0"/>
          </a:p>
        </p:txBody>
      </p:sp>
      <p:sp>
        <p:nvSpPr>
          <p:cNvPr id="10" name="Shape 8"/>
          <p:cNvSpPr/>
          <p:nvPr/>
        </p:nvSpPr>
        <p:spPr>
          <a:xfrm>
            <a:off x="3749040" y="1143000"/>
            <a:ext cx="1508760" cy="1234440"/>
          </a:xfrm>
          <a:prstGeom prst="roundRect">
            <a:avLst>
              <a:gd name="adj" fmla="val 11111"/>
            </a:avLst>
          </a:prstGeom>
          <a:solidFill>
            <a:srgbClr val="16A34A"/>
          </a:solidFill>
          <a:ln/>
          <a:effectLst>
            <a:outerShdw blurRad="101600" dist="38100" dir="2700000" algn="bl" rotWithShape="0">
              <a:srgbClr val="000000">
                <a:alpha val="15000"/>
              </a:srgbClr>
            </a:outerShdw>
          </a:effectLst>
        </p:spPr>
      </p:sp>
      <p:sp>
        <p:nvSpPr>
          <p:cNvPr id="11" name="Text 9"/>
          <p:cNvSpPr/>
          <p:nvPr/>
        </p:nvSpPr>
        <p:spPr>
          <a:xfrm>
            <a:off x="3749040" y="121615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13</a:t>
            </a:r>
            <a:endParaRPr lang="en-US" sz="2600" dirty="0"/>
          </a:p>
        </p:txBody>
      </p:sp>
      <p:sp>
        <p:nvSpPr>
          <p:cNvPr id="12" name="Text 10"/>
          <p:cNvSpPr/>
          <p:nvPr/>
        </p:nvSpPr>
        <p:spPr>
          <a:xfrm>
            <a:off x="3749040" y="182880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üç</a:t>
            </a:r>
            <a:endParaRPr lang="en-US" sz="1300" dirty="0"/>
          </a:p>
        </p:txBody>
      </p:sp>
      <p:sp>
        <p:nvSpPr>
          <p:cNvPr id="13" name="Shape 11"/>
          <p:cNvSpPr/>
          <p:nvPr/>
        </p:nvSpPr>
        <p:spPr>
          <a:xfrm>
            <a:off x="5440680" y="1143000"/>
            <a:ext cx="1508760" cy="1234440"/>
          </a:xfrm>
          <a:prstGeom prst="roundRect">
            <a:avLst>
              <a:gd name="adj" fmla="val 11111"/>
            </a:avLst>
          </a:prstGeom>
          <a:solidFill>
            <a:srgbClr val="F97316"/>
          </a:solidFill>
          <a:ln/>
          <a:effectLst>
            <a:outerShdw blurRad="101600" dist="38100" dir="2700000" algn="bl" rotWithShape="0">
              <a:srgbClr val="000000">
                <a:alpha val="15000"/>
              </a:srgbClr>
            </a:outerShdw>
          </a:effectLst>
        </p:spPr>
      </p:sp>
      <p:sp>
        <p:nvSpPr>
          <p:cNvPr id="14" name="Text 12"/>
          <p:cNvSpPr/>
          <p:nvPr/>
        </p:nvSpPr>
        <p:spPr>
          <a:xfrm>
            <a:off x="5440680" y="121615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14</a:t>
            </a:r>
            <a:endParaRPr lang="en-US" sz="2600" dirty="0"/>
          </a:p>
        </p:txBody>
      </p:sp>
      <p:sp>
        <p:nvSpPr>
          <p:cNvPr id="15" name="Text 13"/>
          <p:cNvSpPr/>
          <p:nvPr/>
        </p:nvSpPr>
        <p:spPr>
          <a:xfrm>
            <a:off x="5440680" y="182880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dört</a:t>
            </a:r>
            <a:endParaRPr lang="en-US" sz="1300" dirty="0"/>
          </a:p>
        </p:txBody>
      </p:sp>
      <p:sp>
        <p:nvSpPr>
          <p:cNvPr id="16" name="Shape 14"/>
          <p:cNvSpPr/>
          <p:nvPr/>
        </p:nvSpPr>
        <p:spPr>
          <a:xfrm>
            <a:off x="7132320" y="1143000"/>
            <a:ext cx="1508760" cy="1234440"/>
          </a:xfrm>
          <a:prstGeom prst="roundRect">
            <a:avLst>
              <a:gd name="adj" fmla="val 11111"/>
            </a:avLst>
          </a:prstGeom>
          <a:solidFill>
            <a:srgbClr val="DC2626"/>
          </a:solidFill>
          <a:ln/>
          <a:effectLst>
            <a:outerShdw blurRad="101600" dist="38100" dir="2700000" algn="bl" rotWithShape="0">
              <a:srgbClr val="000000">
                <a:alpha val="15000"/>
              </a:srgbClr>
            </a:outerShdw>
          </a:effectLst>
        </p:spPr>
      </p:sp>
      <p:sp>
        <p:nvSpPr>
          <p:cNvPr id="17" name="Text 15"/>
          <p:cNvSpPr/>
          <p:nvPr/>
        </p:nvSpPr>
        <p:spPr>
          <a:xfrm>
            <a:off x="7132320" y="121615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15</a:t>
            </a:r>
            <a:endParaRPr lang="en-US" sz="2600" dirty="0"/>
          </a:p>
        </p:txBody>
      </p:sp>
      <p:sp>
        <p:nvSpPr>
          <p:cNvPr id="18" name="Text 16"/>
          <p:cNvSpPr/>
          <p:nvPr/>
        </p:nvSpPr>
        <p:spPr>
          <a:xfrm>
            <a:off x="7132320" y="182880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beş</a:t>
            </a:r>
            <a:endParaRPr lang="en-US" sz="1300" dirty="0"/>
          </a:p>
        </p:txBody>
      </p:sp>
      <p:sp>
        <p:nvSpPr>
          <p:cNvPr id="19" name="Shape 17"/>
          <p:cNvSpPr/>
          <p:nvPr/>
        </p:nvSpPr>
        <p:spPr>
          <a:xfrm>
            <a:off x="365760" y="2560320"/>
            <a:ext cx="1508760" cy="1234440"/>
          </a:xfrm>
          <a:prstGeom prst="roundRect">
            <a:avLst>
              <a:gd name="adj" fmla="val 11111"/>
            </a:avLst>
          </a:prstGeom>
          <a:solidFill>
            <a:srgbClr val="7C3AED"/>
          </a:solidFill>
          <a:ln/>
          <a:effectLst>
            <a:outerShdw blurRad="101600" dist="38100" dir="2700000" algn="bl" rotWithShape="0">
              <a:srgbClr val="000000">
                <a:alpha val="15000"/>
              </a:srgbClr>
            </a:outerShdw>
          </a:effectLst>
        </p:spPr>
      </p:sp>
      <p:sp>
        <p:nvSpPr>
          <p:cNvPr id="20" name="Text 18"/>
          <p:cNvSpPr/>
          <p:nvPr/>
        </p:nvSpPr>
        <p:spPr>
          <a:xfrm>
            <a:off x="365760" y="263347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16</a:t>
            </a:r>
            <a:endParaRPr lang="en-US" sz="2600" dirty="0"/>
          </a:p>
        </p:txBody>
      </p:sp>
      <p:sp>
        <p:nvSpPr>
          <p:cNvPr id="21" name="Text 19"/>
          <p:cNvSpPr/>
          <p:nvPr/>
        </p:nvSpPr>
        <p:spPr>
          <a:xfrm>
            <a:off x="365760" y="324612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altı</a:t>
            </a:r>
            <a:endParaRPr lang="en-US" sz="1300" dirty="0"/>
          </a:p>
        </p:txBody>
      </p:sp>
      <p:sp>
        <p:nvSpPr>
          <p:cNvPr id="22" name="Shape 20"/>
          <p:cNvSpPr/>
          <p:nvPr/>
        </p:nvSpPr>
        <p:spPr>
          <a:xfrm>
            <a:off x="2057400" y="2560320"/>
            <a:ext cx="1508760" cy="1234440"/>
          </a:xfrm>
          <a:prstGeom prst="roundRect">
            <a:avLst>
              <a:gd name="adj" fmla="val 11111"/>
            </a:avLst>
          </a:prstGeom>
          <a:solidFill>
            <a:srgbClr val="2563EB"/>
          </a:solidFill>
          <a:ln/>
          <a:effectLst>
            <a:outerShdw blurRad="101600" dist="38100" dir="2700000" algn="bl" rotWithShape="0">
              <a:srgbClr val="000000">
                <a:alpha val="15000"/>
              </a:srgbClr>
            </a:outerShdw>
          </a:effectLst>
        </p:spPr>
      </p:sp>
      <p:sp>
        <p:nvSpPr>
          <p:cNvPr id="23" name="Text 21"/>
          <p:cNvSpPr/>
          <p:nvPr/>
        </p:nvSpPr>
        <p:spPr>
          <a:xfrm>
            <a:off x="2057400" y="263347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17</a:t>
            </a:r>
            <a:endParaRPr lang="en-US" sz="2600" dirty="0"/>
          </a:p>
        </p:txBody>
      </p:sp>
      <p:sp>
        <p:nvSpPr>
          <p:cNvPr id="24" name="Text 22"/>
          <p:cNvSpPr/>
          <p:nvPr/>
        </p:nvSpPr>
        <p:spPr>
          <a:xfrm>
            <a:off x="2057400" y="324612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yedi</a:t>
            </a:r>
            <a:endParaRPr lang="en-US" sz="1300" dirty="0"/>
          </a:p>
        </p:txBody>
      </p:sp>
      <p:sp>
        <p:nvSpPr>
          <p:cNvPr id="25" name="Shape 23"/>
          <p:cNvSpPr/>
          <p:nvPr/>
        </p:nvSpPr>
        <p:spPr>
          <a:xfrm>
            <a:off x="3749040" y="2560320"/>
            <a:ext cx="1508760" cy="1234440"/>
          </a:xfrm>
          <a:prstGeom prst="roundRect">
            <a:avLst>
              <a:gd name="adj" fmla="val 11111"/>
            </a:avLst>
          </a:prstGeom>
          <a:solidFill>
            <a:srgbClr val="16A34A"/>
          </a:solidFill>
          <a:ln/>
          <a:effectLst>
            <a:outerShdw blurRad="101600" dist="38100" dir="2700000" algn="bl" rotWithShape="0">
              <a:srgbClr val="000000">
                <a:alpha val="15000"/>
              </a:srgbClr>
            </a:outerShdw>
          </a:effectLst>
        </p:spPr>
      </p:sp>
      <p:sp>
        <p:nvSpPr>
          <p:cNvPr id="26" name="Text 24"/>
          <p:cNvSpPr/>
          <p:nvPr/>
        </p:nvSpPr>
        <p:spPr>
          <a:xfrm>
            <a:off x="3749040" y="263347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18</a:t>
            </a:r>
            <a:endParaRPr lang="en-US" sz="2600" dirty="0"/>
          </a:p>
        </p:txBody>
      </p:sp>
      <p:sp>
        <p:nvSpPr>
          <p:cNvPr id="27" name="Text 25"/>
          <p:cNvSpPr/>
          <p:nvPr/>
        </p:nvSpPr>
        <p:spPr>
          <a:xfrm>
            <a:off x="3749040" y="324612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sekiz</a:t>
            </a:r>
            <a:endParaRPr lang="en-US" sz="1300" dirty="0"/>
          </a:p>
        </p:txBody>
      </p:sp>
      <p:sp>
        <p:nvSpPr>
          <p:cNvPr id="28" name="Shape 26"/>
          <p:cNvSpPr/>
          <p:nvPr/>
        </p:nvSpPr>
        <p:spPr>
          <a:xfrm>
            <a:off x="5440680" y="2560320"/>
            <a:ext cx="1508760" cy="1234440"/>
          </a:xfrm>
          <a:prstGeom prst="roundRect">
            <a:avLst>
              <a:gd name="adj" fmla="val 11111"/>
            </a:avLst>
          </a:prstGeom>
          <a:solidFill>
            <a:srgbClr val="F97316"/>
          </a:solidFill>
          <a:ln/>
          <a:effectLst>
            <a:outerShdw blurRad="101600" dist="38100" dir="2700000" algn="bl" rotWithShape="0">
              <a:srgbClr val="000000">
                <a:alpha val="15000"/>
              </a:srgbClr>
            </a:outerShdw>
          </a:effectLst>
        </p:spPr>
      </p:sp>
      <p:sp>
        <p:nvSpPr>
          <p:cNvPr id="29" name="Text 27"/>
          <p:cNvSpPr/>
          <p:nvPr/>
        </p:nvSpPr>
        <p:spPr>
          <a:xfrm>
            <a:off x="5440680" y="263347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19</a:t>
            </a:r>
            <a:endParaRPr lang="en-US" sz="2600" dirty="0"/>
          </a:p>
        </p:txBody>
      </p:sp>
      <p:sp>
        <p:nvSpPr>
          <p:cNvPr id="30" name="Text 28"/>
          <p:cNvSpPr/>
          <p:nvPr/>
        </p:nvSpPr>
        <p:spPr>
          <a:xfrm>
            <a:off x="5440680" y="324612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On dokuz</a:t>
            </a:r>
            <a:endParaRPr lang="en-US" sz="1300" dirty="0"/>
          </a:p>
        </p:txBody>
      </p:sp>
      <p:sp>
        <p:nvSpPr>
          <p:cNvPr id="31" name="Shape 29"/>
          <p:cNvSpPr/>
          <p:nvPr/>
        </p:nvSpPr>
        <p:spPr>
          <a:xfrm>
            <a:off x="7132320" y="2560320"/>
            <a:ext cx="1508760" cy="1234440"/>
          </a:xfrm>
          <a:prstGeom prst="roundRect">
            <a:avLst>
              <a:gd name="adj" fmla="val 11111"/>
            </a:avLst>
          </a:prstGeom>
          <a:solidFill>
            <a:srgbClr val="DC2626"/>
          </a:solidFill>
          <a:ln/>
          <a:effectLst>
            <a:outerShdw blurRad="101600" dist="38100" dir="2700000" algn="bl" rotWithShape="0">
              <a:srgbClr val="000000">
                <a:alpha val="15000"/>
              </a:srgbClr>
            </a:outerShdw>
          </a:effectLst>
        </p:spPr>
      </p:sp>
      <p:sp>
        <p:nvSpPr>
          <p:cNvPr id="32" name="Text 30"/>
          <p:cNvSpPr/>
          <p:nvPr/>
        </p:nvSpPr>
        <p:spPr>
          <a:xfrm>
            <a:off x="7132320" y="2633472"/>
            <a:ext cx="1508760" cy="59436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20</a:t>
            </a:r>
            <a:endParaRPr lang="en-US" sz="2600" dirty="0"/>
          </a:p>
        </p:txBody>
      </p:sp>
      <p:sp>
        <p:nvSpPr>
          <p:cNvPr id="33" name="Text 31"/>
          <p:cNvSpPr/>
          <p:nvPr/>
        </p:nvSpPr>
        <p:spPr>
          <a:xfrm>
            <a:off x="7132320" y="3246120"/>
            <a:ext cx="150876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Yirmi</a:t>
            </a:r>
            <a:endParaRPr lang="en-US" sz="1300" dirty="0"/>
          </a:p>
        </p:txBody>
      </p:sp>
      <p:sp>
        <p:nvSpPr>
          <p:cNvPr id="34" name="Shape 32"/>
          <p:cNvSpPr/>
          <p:nvPr/>
        </p:nvSpPr>
        <p:spPr>
          <a:xfrm>
            <a:off x="3017520" y="411480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35" name="Text 33"/>
          <p:cNvSpPr/>
          <p:nvPr/>
        </p:nvSpPr>
        <p:spPr>
          <a:xfrm>
            <a:off x="3017520" y="411480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Biraz Zorlaşıyor!</a:t>
            </a:r>
            <a:endParaRPr lang="en-US" sz="1400" dirty="0"/>
          </a:p>
        </p:txBody>
      </p:sp>
      <p:pic>
        <p:nvPicPr>
          <p:cNvPr id="37" name="Emoji 37" descr="emoji"/>
          <p:cNvPicPr>
            <a:picLocks noChangeAspect="1"/>
          </p:cNvPicPr>
          <p:nvPr/>
        </p:nvPicPr>
        <p:blipFill>
          <a:blip r:embed="rId101"/>
          <a:stretch>
            <a:fillRect/>
          </a:stretch>
        </p:blipFill>
        <p:spPr>
          <a:xfrm>
            <a:off x="3732181" y="4277360"/>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CFCE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6A34A"/>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 xml:space="preserve">      YAŞINI SÖYLE</a:t>
            </a:r>
            <a:endParaRPr lang="en-US" sz="2600" dirty="0"/>
          </a:p>
        </p:txBody>
      </p:sp>
      <p:pic>
        <p:nvPicPr>
          <p:cNvPr id="16" name="Emoji 16" descr="emoji"/>
          <p:cNvPicPr>
            <a:picLocks noChangeAspect="1"/>
          </p:cNvPicPr>
          <p:nvPr/>
        </p:nvPicPr>
        <p:blipFill>
          <a:blip r:embed="rId100"/>
          <a:stretch>
            <a:fillRect/>
          </a:stretch>
        </p:blipFill>
        <p:spPr>
          <a:xfrm>
            <a:off x="2994471" y="292100"/>
            <a:ext cx="330200" cy="330200"/>
          </a:xfrm>
          <a:prstGeom prst="rect">
            <a:avLst/>
          </a:prstGeom>
        </p:spPr>
      </p:pic>
      <p:sp>
        <p:nvSpPr>
          <p:cNvPr id="4" name="Shape 2"/>
          <p:cNvSpPr/>
          <p:nvPr/>
        </p:nvSpPr>
        <p:spPr>
          <a:xfrm>
            <a:off x="548640" y="1097280"/>
            <a:ext cx="2468880" cy="1005840"/>
          </a:xfrm>
          <a:prstGeom prst="roundRect">
            <a:avLst>
              <a:gd name="adj" fmla="val 13636"/>
            </a:avLst>
          </a:prstGeom>
          <a:solidFill>
            <a:srgbClr val="2563EB"/>
          </a:solidFill>
          <a:ln/>
          <a:effectLst>
            <a:outerShdw blurRad="101600" dist="38100" dir="2700000" algn="bl" rotWithShape="0">
              <a:srgbClr val="000000">
                <a:alpha val="15000"/>
              </a:srgbClr>
            </a:outerShdw>
          </a:effectLst>
        </p:spPr>
      </p:sp>
      <p:sp>
        <p:nvSpPr>
          <p:cNvPr id="5" name="Text 3"/>
          <p:cNvSpPr/>
          <p:nvPr/>
        </p:nvSpPr>
        <p:spPr>
          <a:xfrm>
            <a:off x="548640" y="1097280"/>
            <a:ext cx="2468880" cy="10058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Ben</a:t>
            </a:r>
            <a:endParaRPr lang="en-US" sz="2200" dirty="0"/>
          </a:p>
        </p:txBody>
      </p:sp>
      <p:sp>
        <p:nvSpPr>
          <p:cNvPr id="6" name="Shape 4"/>
          <p:cNvSpPr/>
          <p:nvPr/>
        </p:nvSpPr>
        <p:spPr>
          <a:xfrm>
            <a:off x="3291840" y="1097280"/>
            <a:ext cx="2468880" cy="1005840"/>
          </a:xfrm>
          <a:prstGeom prst="roundRect">
            <a:avLst>
              <a:gd name="adj" fmla="val 13636"/>
            </a:avLst>
          </a:prstGeom>
          <a:solidFill>
            <a:srgbClr val="F97316"/>
          </a:solidFill>
          <a:ln/>
          <a:effectLst>
            <a:outerShdw blurRad="101600" dist="38100" dir="2700000" algn="bl" rotWithShape="0">
              <a:srgbClr val="000000">
                <a:alpha val="15000"/>
              </a:srgbClr>
            </a:outerShdw>
          </a:effectLst>
        </p:spPr>
      </p:sp>
      <p:sp>
        <p:nvSpPr>
          <p:cNvPr id="7" name="Text 5"/>
          <p:cNvSpPr/>
          <p:nvPr/>
        </p:nvSpPr>
        <p:spPr>
          <a:xfrm>
            <a:off x="3291840" y="1097280"/>
            <a:ext cx="2468880" cy="10058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on üç</a:t>
            </a:r>
            <a:endParaRPr lang="en-US" sz="2200" dirty="0"/>
          </a:p>
        </p:txBody>
      </p:sp>
      <p:sp>
        <p:nvSpPr>
          <p:cNvPr id="8" name="Shape 6"/>
          <p:cNvSpPr/>
          <p:nvPr/>
        </p:nvSpPr>
        <p:spPr>
          <a:xfrm>
            <a:off x="6035040" y="1097280"/>
            <a:ext cx="2468880" cy="1005840"/>
          </a:xfrm>
          <a:prstGeom prst="roundRect">
            <a:avLst>
              <a:gd name="adj" fmla="val 13636"/>
            </a:avLst>
          </a:prstGeom>
          <a:solidFill>
            <a:srgbClr val="7C3AED"/>
          </a:solidFill>
          <a:ln/>
          <a:effectLst>
            <a:outerShdw blurRad="101600" dist="38100" dir="2700000" algn="bl" rotWithShape="0">
              <a:srgbClr val="000000">
                <a:alpha val="15000"/>
              </a:srgbClr>
            </a:outerShdw>
          </a:effectLst>
        </p:spPr>
      </p:sp>
      <p:sp>
        <p:nvSpPr>
          <p:cNvPr id="9" name="Text 7"/>
          <p:cNvSpPr/>
          <p:nvPr/>
        </p:nvSpPr>
        <p:spPr>
          <a:xfrm>
            <a:off x="6035040" y="1097280"/>
            <a:ext cx="2468880" cy="100584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yaşındayım.</a:t>
            </a:r>
            <a:endParaRPr lang="en-US" sz="2200" dirty="0"/>
          </a:p>
        </p:txBody>
      </p:sp>
      <p:sp>
        <p:nvSpPr>
          <p:cNvPr id="10" name="Shape 8"/>
          <p:cNvSpPr/>
          <p:nvPr/>
        </p:nvSpPr>
        <p:spPr>
          <a:xfrm>
            <a:off x="731520" y="2331720"/>
            <a:ext cx="7680960" cy="914400"/>
          </a:xfrm>
          <a:prstGeom prst="roundRect">
            <a:avLst>
              <a:gd name="adj" fmla="val 18000"/>
            </a:avLst>
          </a:prstGeom>
          <a:solidFill>
            <a:srgbClr val="16A34A"/>
          </a:solidFill>
          <a:ln/>
          <a:effectLst>
            <a:outerShdw blurRad="101600" dist="38100" dir="2700000" algn="bl" rotWithShape="0">
              <a:srgbClr val="000000">
                <a:alpha val="15000"/>
              </a:srgbClr>
            </a:outerShdw>
          </a:effectLst>
        </p:spPr>
      </p:sp>
      <p:sp>
        <p:nvSpPr>
          <p:cNvPr id="11" name="Text 9"/>
          <p:cNvSpPr/>
          <p:nvPr/>
        </p:nvSpPr>
        <p:spPr>
          <a:xfrm>
            <a:off x="731520" y="2377440"/>
            <a:ext cx="7680960" cy="822960"/>
          </a:xfrm>
          <a:prstGeom prst="rect">
            <a:avLst/>
          </a:prstGeom>
          <a:noFill/>
          <a:ln/>
        </p:spPr>
        <p:txBody>
          <a:bodyPr wrap="square"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"Ben on üç yaşındayım!"</a:t>
            </a:r>
            <a:endParaRPr lang="en-US" sz="3000" dirty="0"/>
          </a:p>
        </p:txBody>
      </p:sp>
      <p:sp>
        <p:nvSpPr>
          <p:cNvPr id="12" name="Shape 10"/>
          <p:cNvSpPr/>
          <p:nvPr/>
        </p:nvSpPr>
        <p:spPr>
          <a:xfrm>
            <a:off x="3017520" y="342900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13" name="Text 11"/>
          <p:cNvSpPr/>
          <p:nvPr/>
        </p:nvSpPr>
        <p:spPr>
          <a:xfrm>
            <a:off x="3017520" y="342900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Sırayla Söyle!</a:t>
            </a:r>
            <a:endParaRPr lang="en-US" sz="1400" dirty="0"/>
          </a:p>
        </p:txBody>
      </p:sp>
      <p:pic>
        <p:nvPicPr>
          <p:cNvPr id="17" name="Emoji 17" descr="emoji"/>
          <p:cNvPicPr>
            <a:picLocks noChangeAspect="1"/>
          </p:cNvPicPr>
          <p:nvPr/>
        </p:nvPicPr>
        <p:blipFill>
          <a:blip r:embed="rId101"/>
          <a:stretch>
            <a:fillRect/>
          </a:stretch>
        </p:blipFill>
        <p:spPr>
          <a:xfrm>
            <a:off x="3850597" y="3591560"/>
            <a:ext cx="177800" cy="177800"/>
          </a:xfrm>
          <a:prstGeom prst="rect">
            <a:avLst/>
          </a:prstGeom>
        </p:spPr>
      </p:pic>
      <p:sp>
        <p:nvSpPr>
          <p:cNvPr id="14" name="Shape 12"/>
          <p:cNvSpPr/>
          <p:nvPr/>
        </p:nvSpPr>
        <p:spPr>
          <a:xfrm>
            <a:off x="1097280" y="4114800"/>
            <a:ext cx="6949440" cy="777240"/>
          </a:xfrm>
          <a:prstGeom prst="roundRect">
            <a:avLst>
              <a:gd name="adj" fmla="val 17647"/>
            </a:avLst>
          </a:prstGeom>
          <a:solidFill>
            <a:srgbClr val="D1FAE5"/>
          </a:solidFill>
          <a:ln/>
          <a:effectLst>
            <a:outerShdw blurRad="101600" dist="38100" dir="2700000" algn="bl" rotWithShape="0">
              <a:srgbClr val="000000">
                <a:alpha val="15000"/>
              </a:srgbClr>
            </a:outerShdw>
          </a:effectLst>
        </p:spPr>
      </p:sp>
      <p:sp>
        <p:nvSpPr>
          <p:cNvPr id="15" name="Text 13"/>
          <p:cNvSpPr/>
          <p:nvPr/>
        </p:nvSpPr>
        <p:spPr>
          <a:xfrm>
            <a:off x="1188720" y="4178808"/>
            <a:ext cx="6766560" cy="640080"/>
          </a:xfrm>
          <a:prstGeom prst="rect">
            <a:avLst/>
          </a:prstGeom>
          <a:noFill/>
          <a:ln/>
        </p:spPr>
        <p:txBody>
          <a:bodyPr wrap="square" rtlCol="0" anchor="ctr"/>
          <a:lstStyle/>
          <a:p>
            <a:pPr marL="0" indent="0" algn="ctr">
              <a:buNone/>
            </a:pPr>
            <a:r>
              <a:rPr lang="en-US" sz="1500" b="1" dirty="0">
                <a:solidFill>
                  <a:srgbClr val="1E293B"/>
                </a:solidFill>
                <a:latin typeface="Arial" pitchFamily="34" charset="0"/>
                <a:ea typeface="Arial" pitchFamily="34" charset="-122"/>
                <a:cs typeface="Arial" pitchFamily="34" charset="-120"/>
              </a:rPr>
              <a:t xml:space="preserve">      Şimdi sen söyle: 'Ben... [yaşın]... yaşındayım!'</a:t>
            </a:r>
            <a:endParaRPr lang="en-US" sz="1500" dirty="0"/>
          </a:p>
        </p:txBody>
      </p:sp>
      <p:pic>
        <p:nvPicPr>
          <p:cNvPr id="18" name="Emoji 18" descr="emoji"/>
          <p:cNvPicPr>
            <a:picLocks noChangeAspect="1"/>
          </p:cNvPicPr>
          <p:nvPr/>
        </p:nvPicPr>
        <p:blipFill>
          <a:blip r:embed="rId102"/>
          <a:stretch>
            <a:fillRect/>
          </a:stretch>
        </p:blipFill>
        <p:spPr>
          <a:xfrm>
            <a:off x="2351153" y="4403598"/>
            <a:ext cx="190500" cy="190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1A2E5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DC2626"/>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xml:space="preserve">      DEDEKTİF ZAMANI!</a:t>
            </a:r>
            <a:endParaRPr lang="en-US" sz="2800" dirty="0"/>
          </a:p>
        </p:txBody>
      </p:sp>
      <p:pic>
        <p:nvPicPr>
          <p:cNvPr id="16" name="Emoji 16" descr="emoji"/>
          <p:cNvPicPr>
            <a:picLocks noChangeAspect="1"/>
          </p:cNvPicPr>
          <p:nvPr/>
        </p:nvPicPr>
        <p:blipFill>
          <a:blip r:embed="rId100"/>
          <a:stretch>
            <a:fillRect/>
          </a:stretch>
        </p:blipFill>
        <p:spPr>
          <a:xfrm>
            <a:off x="2423588" y="279400"/>
            <a:ext cx="355600" cy="355600"/>
          </a:xfrm>
          <a:prstGeom prst="rect">
            <a:avLst/>
          </a:prstGeom>
        </p:spPr>
      </p:pic>
      <p:sp>
        <p:nvSpPr>
          <p:cNvPr id="4" name="Text 2"/>
          <p:cNvSpPr/>
          <p:nvPr/>
        </p:nvSpPr>
        <p:spPr>
          <a:xfrm>
            <a:off x="457200" y="1097280"/>
            <a:ext cx="8229600" cy="1005840"/>
          </a:xfrm>
          <a:prstGeom prst="rect">
            <a:avLst/>
          </a:prstGeom>
          <a:noFill/>
          <a:ln/>
        </p:spPr>
        <p:txBody>
          <a:bodyPr wrap="square" rtlCol="0" anchor="ctr"/>
          <a:lstStyle/>
          <a:p>
            <a:pPr marL="0" indent="0" algn="ctr">
              <a:buNone/>
            </a:pPr>
            <a:r>
              <a:rPr lang="en-US" sz="2400" b="1" dirty="0">
                <a:solidFill>
                  <a:srgbClr val="FBBF24"/>
                </a:solidFill>
                <a:latin typeface="Arial" pitchFamily="34" charset="0"/>
                <a:ea typeface="Arial" pitchFamily="34" charset="-122"/>
                <a:cs typeface="Arial" pitchFamily="34" charset="-120"/>
              </a:rPr>
              <a:t>Sayılar geliyor!</a:t>
            </a:r>
            <a:endParaRPr lang="en-US" sz="2400" dirty="0"/>
          </a:p>
          <a:p>
            <a:pPr marL="0" indent="0" algn="ctr">
              <a:buNone/>
            </a:pPr>
            <a:r>
              <a:rPr lang="en-US" sz="2400" b="1" dirty="0">
                <a:solidFill>
                  <a:srgbClr val="FBBF24"/>
                </a:solidFill>
                <a:latin typeface="Arial" pitchFamily="34" charset="0"/>
                <a:ea typeface="Arial" pitchFamily="34" charset="-122"/>
                <a:cs typeface="Arial" pitchFamily="34" charset="-120"/>
              </a:rPr>
              <a:t>Hemen söyle!</a:t>
            </a:r>
            <a:endParaRPr lang="en-US" sz="2400" dirty="0"/>
          </a:p>
        </p:txBody>
      </p:sp>
      <p:sp>
        <p:nvSpPr>
          <p:cNvPr id="5" name="Shape 3"/>
          <p:cNvSpPr/>
          <p:nvPr/>
        </p:nvSpPr>
        <p:spPr>
          <a:xfrm>
            <a:off x="914400" y="2286000"/>
            <a:ext cx="2011680" cy="2011680"/>
          </a:xfrm>
          <a:prstGeom prst="ellipse">
            <a:avLst/>
          </a:prstGeom>
          <a:solidFill>
            <a:srgbClr val="F97316"/>
          </a:solidFill>
          <a:ln/>
          <a:effectLst>
            <a:outerShdw blurRad="101600" dist="38100" dir="2700000" algn="bl" rotWithShape="0">
              <a:srgbClr val="000000">
                <a:alpha val="15000"/>
              </a:srgbClr>
            </a:outerShdw>
          </a:effectLst>
        </p:spPr>
      </p:sp>
      <p:sp>
        <p:nvSpPr>
          <p:cNvPr id="6" name="Text 4"/>
          <p:cNvSpPr/>
          <p:nvPr/>
        </p:nvSpPr>
        <p:spPr>
          <a:xfrm>
            <a:off x="914400" y="2377440"/>
            <a:ext cx="2011680" cy="100584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15</a:t>
            </a:r>
            <a:endParaRPr lang="en-US" sz="4400" dirty="0"/>
          </a:p>
        </p:txBody>
      </p:sp>
      <p:sp>
        <p:nvSpPr>
          <p:cNvPr id="7" name="Text 5"/>
          <p:cNvSpPr/>
          <p:nvPr/>
        </p:nvSpPr>
        <p:spPr>
          <a:xfrm>
            <a:off x="914400" y="3291840"/>
            <a:ext cx="2011680" cy="640080"/>
          </a:xfrm>
          <a:prstGeom prst="rect">
            <a:avLst/>
          </a:prstGeom>
          <a:noFill/>
          <a:ln/>
        </p:spPr>
        <p:txBody>
          <a:bodyPr wrap="square" rtlCol="0" anchor="ctr"/>
          <a:lstStyle/>
          <a:p>
            <a:pPr marL="0" indent="0" algn="ctr">
              <a:buNone/>
            </a:pPr>
            <a:r>
              <a:rPr lang="en-US" sz="1600" b="1" dirty="0">
                <a:solidFill>
                  <a:srgbClr val="1A2E5A"/>
                </a:solidFill>
                <a:latin typeface="Arial" pitchFamily="34" charset="0"/>
                <a:ea typeface="Arial" pitchFamily="34" charset="-122"/>
                <a:cs typeface="Arial" pitchFamily="34" charset="-120"/>
              </a:rPr>
              <a:t>On beş</a:t>
            </a:r>
            <a:endParaRPr lang="en-US" sz="1600" dirty="0"/>
          </a:p>
        </p:txBody>
      </p:sp>
      <p:sp>
        <p:nvSpPr>
          <p:cNvPr id="8" name="Shape 6"/>
          <p:cNvSpPr/>
          <p:nvPr/>
        </p:nvSpPr>
        <p:spPr>
          <a:xfrm>
            <a:off x="3383280" y="2286000"/>
            <a:ext cx="2011680" cy="2011680"/>
          </a:xfrm>
          <a:prstGeom prst="ellipse">
            <a:avLst/>
          </a:prstGeom>
          <a:solidFill>
            <a:srgbClr val="F97316"/>
          </a:solidFill>
          <a:ln/>
          <a:effectLst>
            <a:outerShdw blurRad="101600" dist="38100" dir="2700000" algn="bl" rotWithShape="0">
              <a:srgbClr val="000000">
                <a:alpha val="15000"/>
              </a:srgbClr>
            </a:outerShdw>
          </a:effectLst>
        </p:spPr>
      </p:sp>
      <p:sp>
        <p:nvSpPr>
          <p:cNvPr id="9" name="Text 7"/>
          <p:cNvSpPr/>
          <p:nvPr/>
        </p:nvSpPr>
        <p:spPr>
          <a:xfrm>
            <a:off x="3383280" y="2377440"/>
            <a:ext cx="2011680" cy="100584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8</a:t>
            </a:r>
            <a:endParaRPr lang="en-US" sz="4400" dirty="0"/>
          </a:p>
        </p:txBody>
      </p:sp>
      <p:sp>
        <p:nvSpPr>
          <p:cNvPr id="10" name="Text 8"/>
          <p:cNvSpPr/>
          <p:nvPr/>
        </p:nvSpPr>
        <p:spPr>
          <a:xfrm>
            <a:off x="3383280" y="3291840"/>
            <a:ext cx="2011680" cy="640080"/>
          </a:xfrm>
          <a:prstGeom prst="rect">
            <a:avLst/>
          </a:prstGeom>
          <a:noFill/>
          <a:ln/>
        </p:spPr>
        <p:txBody>
          <a:bodyPr wrap="square" rtlCol="0" anchor="ctr"/>
          <a:lstStyle/>
          <a:p>
            <a:pPr marL="0" indent="0" algn="ctr">
              <a:buNone/>
            </a:pPr>
            <a:r>
              <a:rPr lang="en-US" sz="1600" b="1" dirty="0">
                <a:solidFill>
                  <a:srgbClr val="1A2E5A"/>
                </a:solidFill>
                <a:latin typeface="Arial" pitchFamily="34" charset="0"/>
                <a:ea typeface="Arial" pitchFamily="34" charset="-122"/>
                <a:cs typeface="Arial" pitchFamily="34" charset="-120"/>
              </a:rPr>
              <a:t>Sekiz</a:t>
            </a:r>
            <a:endParaRPr lang="en-US" sz="1600" dirty="0"/>
          </a:p>
        </p:txBody>
      </p:sp>
      <p:sp>
        <p:nvSpPr>
          <p:cNvPr id="11" name="Shape 9"/>
          <p:cNvSpPr/>
          <p:nvPr/>
        </p:nvSpPr>
        <p:spPr>
          <a:xfrm>
            <a:off x="5852160" y="2286000"/>
            <a:ext cx="2011680" cy="2011680"/>
          </a:xfrm>
          <a:prstGeom prst="ellipse">
            <a:avLst/>
          </a:prstGeom>
          <a:solidFill>
            <a:srgbClr val="F97316"/>
          </a:solidFill>
          <a:ln/>
          <a:effectLst>
            <a:outerShdw blurRad="101600" dist="38100" dir="2700000" algn="bl" rotWithShape="0">
              <a:srgbClr val="000000">
                <a:alpha val="15000"/>
              </a:srgbClr>
            </a:outerShdw>
          </a:effectLst>
        </p:spPr>
      </p:sp>
      <p:sp>
        <p:nvSpPr>
          <p:cNvPr id="12" name="Text 10"/>
          <p:cNvSpPr/>
          <p:nvPr/>
        </p:nvSpPr>
        <p:spPr>
          <a:xfrm>
            <a:off x="5852160" y="2377440"/>
            <a:ext cx="2011680" cy="100584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20</a:t>
            </a:r>
            <a:endParaRPr lang="en-US" sz="4400" dirty="0"/>
          </a:p>
        </p:txBody>
      </p:sp>
      <p:sp>
        <p:nvSpPr>
          <p:cNvPr id="13" name="Text 11"/>
          <p:cNvSpPr/>
          <p:nvPr/>
        </p:nvSpPr>
        <p:spPr>
          <a:xfrm>
            <a:off x="5852160" y="3291840"/>
            <a:ext cx="2011680" cy="640080"/>
          </a:xfrm>
          <a:prstGeom prst="rect">
            <a:avLst/>
          </a:prstGeom>
          <a:noFill/>
          <a:ln/>
        </p:spPr>
        <p:txBody>
          <a:bodyPr wrap="square" rtlCol="0" anchor="ctr"/>
          <a:lstStyle/>
          <a:p>
            <a:pPr marL="0" indent="0" algn="ctr">
              <a:buNone/>
            </a:pPr>
            <a:r>
              <a:rPr lang="en-US" sz="1600" b="1" dirty="0">
                <a:solidFill>
                  <a:srgbClr val="1A2E5A"/>
                </a:solidFill>
                <a:latin typeface="Arial" pitchFamily="34" charset="0"/>
                <a:ea typeface="Arial" pitchFamily="34" charset="-122"/>
                <a:cs typeface="Arial" pitchFamily="34" charset="-120"/>
              </a:rPr>
              <a:t>Yirmi</a:t>
            </a:r>
            <a:endParaRPr lang="en-US" sz="1600" dirty="0"/>
          </a:p>
        </p:txBody>
      </p:sp>
      <p:sp>
        <p:nvSpPr>
          <p:cNvPr id="14" name="Shape 12"/>
          <p:cNvSpPr/>
          <p:nvPr/>
        </p:nvSpPr>
        <p:spPr>
          <a:xfrm>
            <a:off x="3017520" y="457200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15" name="Text 13"/>
          <p:cNvSpPr/>
          <p:nvPr/>
        </p:nvSpPr>
        <p:spPr>
          <a:xfrm>
            <a:off x="3017520" y="457200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Hemen Söyle!</a:t>
            </a:r>
            <a:endParaRPr lang="en-US" sz="1400" dirty="0"/>
          </a:p>
        </p:txBody>
      </p:sp>
      <p:pic>
        <p:nvPicPr>
          <p:cNvPr id="17" name="Emoji 17" descr="emoji"/>
          <p:cNvPicPr>
            <a:picLocks noChangeAspect="1"/>
          </p:cNvPicPr>
          <p:nvPr/>
        </p:nvPicPr>
        <p:blipFill>
          <a:blip r:embed="rId101"/>
          <a:stretch>
            <a:fillRect/>
          </a:stretch>
        </p:blipFill>
        <p:spPr>
          <a:xfrm>
            <a:off x="3845778" y="4734560"/>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P spid="10" grpId="0" animBg="1"/>
      <p:bldP spid="12" grpId="0" animBg="1"/>
      <p:bldP spid="13"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563EB"/>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 xml:space="preserve">      ARKADAŞINA SOR</a:t>
            </a:r>
            <a:endParaRPr lang="en-US" sz="2800" dirty="0"/>
          </a:p>
        </p:txBody>
      </p:sp>
      <p:pic>
        <p:nvPicPr>
          <p:cNvPr id="12" name="Emoji 12" descr="emoji"/>
          <p:cNvPicPr>
            <a:picLocks noChangeAspect="1"/>
          </p:cNvPicPr>
          <p:nvPr/>
        </p:nvPicPr>
        <p:blipFill>
          <a:blip r:embed="rId100"/>
          <a:stretch>
            <a:fillRect/>
          </a:stretch>
        </p:blipFill>
        <p:spPr>
          <a:xfrm>
            <a:off x="2495822" y="279400"/>
            <a:ext cx="355600" cy="355600"/>
          </a:xfrm>
          <a:prstGeom prst="rect">
            <a:avLst/>
          </a:prstGeom>
        </p:spPr>
      </p:pic>
      <p:sp>
        <p:nvSpPr>
          <p:cNvPr id="4" name="Shape 2"/>
          <p:cNvSpPr/>
          <p:nvPr/>
        </p:nvSpPr>
        <p:spPr>
          <a:xfrm>
            <a:off x="731520" y="1097280"/>
            <a:ext cx="7680960" cy="1463040"/>
          </a:xfrm>
          <a:prstGeom prst="roundRect">
            <a:avLst>
              <a:gd name="adj" fmla="val 12500"/>
            </a:avLst>
          </a:prstGeom>
          <a:solidFill>
            <a:srgbClr val="2563EB"/>
          </a:solidFill>
          <a:ln/>
          <a:effectLst>
            <a:outerShdw blurRad="101600" dist="38100" dir="2700000" algn="bl" rotWithShape="0">
              <a:srgbClr val="000000">
                <a:alpha val="15000"/>
              </a:srgbClr>
            </a:outerShdw>
          </a:effectLst>
        </p:spPr>
      </p:sp>
      <p:sp>
        <p:nvSpPr>
          <p:cNvPr id="5" name="Text 3"/>
          <p:cNvSpPr/>
          <p:nvPr/>
        </p:nvSpPr>
        <p:spPr>
          <a:xfrm>
            <a:off x="731520" y="1188720"/>
            <a:ext cx="7680960" cy="128016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Sen kaç yaşındasın?</a:t>
            </a:r>
            <a:endParaRPr lang="en-US" sz="4400" dirty="0"/>
          </a:p>
        </p:txBody>
      </p:sp>
      <p:sp>
        <p:nvSpPr>
          <p:cNvPr id="6" name="Shape 4"/>
          <p:cNvSpPr/>
          <p:nvPr/>
        </p:nvSpPr>
        <p:spPr>
          <a:xfrm>
            <a:off x="1371600" y="2788920"/>
            <a:ext cx="6400800" cy="777240"/>
          </a:xfrm>
          <a:prstGeom prst="roundRect">
            <a:avLst>
              <a:gd name="adj" fmla="val 17647"/>
            </a:avLst>
          </a:prstGeom>
          <a:solidFill>
            <a:srgbClr val="FFFFFF"/>
          </a:solidFill>
          <a:ln/>
          <a:effectLst>
            <a:outerShdw blurRad="101600" dist="38100" dir="2700000" algn="bl" rotWithShape="0">
              <a:srgbClr val="000000">
                <a:alpha val="15000"/>
              </a:srgbClr>
            </a:outerShdw>
          </a:effectLst>
        </p:spPr>
      </p:sp>
      <p:sp>
        <p:nvSpPr>
          <p:cNvPr id="7" name="Text 5"/>
          <p:cNvSpPr/>
          <p:nvPr/>
        </p:nvSpPr>
        <p:spPr>
          <a:xfrm>
            <a:off x="1371600" y="2852928"/>
            <a:ext cx="6400800" cy="640080"/>
          </a:xfrm>
          <a:prstGeom prst="rect">
            <a:avLst/>
          </a:prstGeom>
          <a:noFill/>
          <a:ln/>
        </p:spPr>
        <p:txBody>
          <a:bodyPr wrap="square" rtlCol="0" anchor="ctr"/>
          <a:lstStyle/>
          <a:p>
            <a:pPr marL="0" indent="0" algn="ctr">
              <a:buNone/>
            </a:pPr>
            <a:r>
              <a:rPr lang="en-US" sz="2400" b="1" dirty="0">
                <a:solidFill>
                  <a:srgbClr val="2563EB"/>
                </a:solidFill>
                <a:latin typeface="Arial" pitchFamily="34" charset="0"/>
                <a:ea typeface="Arial" pitchFamily="34" charset="-122"/>
                <a:cs typeface="Arial" pitchFamily="34" charset="-120"/>
              </a:rPr>
              <a:t>Sen</a:t>
            </a:r>
            <a:r>
              <a:rPr lang="en-US" sz="2400" b="1" dirty="0">
                <a:solidFill>
                  <a:srgbClr val="16A34A"/>
                </a:solidFill>
                <a:latin typeface="Arial" pitchFamily="34" charset="0"/>
                <a:ea typeface="Arial" pitchFamily="34" charset="-122"/>
                <a:cs typeface="Arial" pitchFamily="34" charset="-120"/>
              </a:rPr>
              <a:t>  kaç</a:t>
            </a:r>
            <a:r>
              <a:rPr lang="en-US" sz="2400" b="1" dirty="0">
                <a:solidFill>
                  <a:srgbClr val="F97316"/>
                </a:solidFill>
                <a:latin typeface="Arial" pitchFamily="34" charset="0"/>
                <a:ea typeface="Arial" pitchFamily="34" charset="-122"/>
                <a:cs typeface="Arial" pitchFamily="34" charset="-120"/>
              </a:rPr>
              <a:t>  ya-şın-da-sın?</a:t>
            </a:r>
            <a:endParaRPr lang="en-US" sz="2400" dirty="0"/>
          </a:p>
        </p:txBody>
      </p:sp>
      <p:sp>
        <p:nvSpPr>
          <p:cNvPr id="8" name="Shape 6"/>
          <p:cNvSpPr/>
          <p:nvPr/>
        </p:nvSpPr>
        <p:spPr>
          <a:xfrm>
            <a:off x="3017520" y="374904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9" name="Text 7"/>
          <p:cNvSpPr/>
          <p:nvPr/>
        </p:nvSpPr>
        <p:spPr>
          <a:xfrm>
            <a:off x="3017520" y="374904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Tekrar Et!</a:t>
            </a:r>
            <a:endParaRPr lang="en-US" sz="1400" dirty="0"/>
          </a:p>
        </p:txBody>
      </p:sp>
      <p:pic>
        <p:nvPicPr>
          <p:cNvPr id="13" name="Emoji 13" descr="emoji"/>
          <p:cNvPicPr>
            <a:picLocks noChangeAspect="1"/>
          </p:cNvPicPr>
          <p:nvPr/>
        </p:nvPicPr>
        <p:blipFill>
          <a:blip r:embed="rId101"/>
          <a:stretch>
            <a:fillRect/>
          </a:stretch>
        </p:blipFill>
        <p:spPr>
          <a:xfrm>
            <a:off x="4025271" y="3911600"/>
            <a:ext cx="177800" cy="177800"/>
          </a:xfrm>
          <a:prstGeom prst="rect">
            <a:avLst/>
          </a:prstGeom>
        </p:spPr>
      </p:pic>
      <p:sp>
        <p:nvSpPr>
          <p:cNvPr id="10" name="Shape 8"/>
          <p:cNvSpPr/>
          <p:nvPr/>
        </p:nvSpPr>
        <p:spPr>
          <a:xfrm>
            <a:off x="1371600" y="4434840"/>
            <a:ext cx="6400800" cy="502920"/>
          </a:xfrm>
          <a:prstGeom prst="roundRect">
            <a:avLst>
              <a:gd name="adj" fmla="val 21818"/>
            </a:avLst>
          </a:prstGeom>
          <a:solidFill>
            <a:srgbClr val="DBEAFE"/>
          </a:solidFill>
          <a:ln/>
        </p:spPr>
      </p:sp>
      <p:sp>
        <p:nvSpPr>
          <p:cNvPr id="11" name="Text 9"/>
          <p:cNvSpPr/>
          <p:nvPr/>
        </p:nvSpPr>
        <p:spPr>
          <a:xfrm>
            <a:off x="1371600" y="4434840"/>
            <a:ext cx="6400800" cy="502920"/>
          </a:xfrm>
          <a:prstGeom prst="rect">
            <a:avLst/>
          </a:prstGeom>
          <a:noFill/>
          <a:ln/>
        </p:spPr>
        <p:txBody>
          <a:bodyPr wrap="square" rtlCol="0" anchor="ctr"/>
          <a:lstStyle/>
          <a:p>
            <a:pPr marL="0" indent="0" algn="ctr">
              <a:buNone/>
            </a:pPr>
            <a:r>
              <a:rPr lang="en-US" sz="1400" i="1" dirty="0">
                <a:solidFill>
                  <a:srgbClr val="1A2E5A"/>
                </a:solidFill>
                <a:latin typeface="Arial" pitchFamily="34" charset="0"/>
                <a:ea typeface="Arial" pitchFamily="34" charset="-122"/>
                <a:cs typeface="Arial" pitchFamily="34" charset="-120"/>
              </a:rPr>
              <a:t xml:space="preserve">      Arkadaşına sorduğunda kullan!</a:t>
            </a:r>
            <a:endParaRPr lang="en-US" sz="1400" dirty="0"/>
          </a:p>
        </p:txBody>
      </p:sp>
      <p:pic>
        <p:nvPicPr>
          <p:cNvPr id="14" name="Emoji 14" descr="emoji"/>
          <p:cNvPicPr>
            <a:picLocks noChangeAspect="1"/>
          </p:cNvPicPr>
          <p:nvPr/>
        </p:nvPicPr>
        <p:blipFill>
          <a:blip r:embed="rId102"/>
          <a:stretch>
            <a:fillRect/>
          </a:stretch>
        </p:blipFill>
        <p:spPr>
          <a:xfrm>
            <a:off x="3211320" y="4597400"/>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DE9FE"/>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7C3AED"/>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500" b="1" dirty="0">
                <a:solidFill>
                  <a:srgbClr val="FFFFFF"/>
                </a:solidFill>
                <a:latin typeface="Arial" pitchFamily="34" charset="0"/>
                <a:ea typeface="Arial" pitchFamily="34" charset="-122"/>
                <a:cs typeface="Arial" pitchFamily="34" charset="-120"/>
              </a:rPr>
              <a:t xml:space="preserve">      DOĞUM GÜNÜ KUTLAMASI</a:t>
            </a:r>
            <a:endParaRPr lang="en-US" sz="2500" dirty="0"/>
          </a:p>
        </p:txBody>
      </p:sp>
      <p:pic>
        <p:nvPicPr>
          <p:cNvPr id="13" name="Emoji 13" descr="emoji"/>
          <p:cNvPicPr>
            <a:picLocks noChangeAspect="1"/>
          </p:cNvPicPr>
          <p:nvPr/>
        </p:nvPicPr>
        <p:blipFill>
          <a:blip r:embed="rId100"/>
          <a:stretch>
            <a:fillRect/>
          </a:stretch>
        </p:blipFill>
        <p:spPr>
          <a:xfrm>
            <a:off x="2043288" y="298450"/>
            <a:ext cx="317500" cy="317500"/>
          </a:xfrm>
          <a:prstGeom prst="rect">
            <a:avLst/>
          </a:prstGeom>
        </p:spPr>
      </p:pic>
      <p:sp>
        <p:nvSpPr>
          <p:cNvPr id="4" name="Text 2"/>
          <p:cNvSpPr/>
          <p:nvPr/>
        </p:nvSpPr>
        <p:spPr>
          <a:xfrm>
            <a:off x="3931920" y="1005840"/>
            <a:ext cx="1280160" cy="914400"/>
          </a:xfrm>
          <a:prstGeom prst="rect">
            <a:avLst/>
          </a:prstGeom>
          <a:noFill/>
          <a:ln/>
        </p:spPr>
        <p:txBody>
          <a:bodyPr wrap="square" rtlCol="0" anchor="ctr"/>
          <a:lstStyle/>
          <a:p>
            <a:pPr marL="0" indent="0" algn="ctr">
              <a:buNone/>
            </a:pPr>
            <a:r>
              <a:rPr lang="en-US" sz="5000" dirty="0">
                <a:solidFill>
                  <a:srgbClr val="000000"/>
                </a:solidFill>
              </a:rPr>
              <a:t xml:space="preserve">    </a:t>
            </a:r>
            <a:endParaRPr lang="en-US" sz="5000" dirty="0"/>
          </a:p>
        </p:txBody>
      </p:sp>
      <p:pic>
        <p:nvPicPr>
          <p:cNvPr id="14" name="Emoji 14" descr="emoji"/>
          <p:cNvPicPr>
            <a:picLocks noChangeAspect="1"/>
          </p:cNvPicPr>
          <p:nvPr/>
        </p:nvPicPr>
        <p:blipFill>
          <a:blip r:embed="rId101"/>
          <a:stretch>
            <a:fillRect/>
          </a:stretch>
        </p:blipFill>
        <p:spPr>
          <a:xfrm>
            <a:off x="4254500" y="1145540"/>
            <a:ext cx="635000" cy="635000"/>
          </a:xfrm>
          <a:prstGeom prst="rect">
            <a:avLst/>
          </a:prstGeom>
        </p:spPr>
      </p:pic>
      <p:sp>
        <p:nvSpPr>
          <p:cNvPr id="5" name="Text 3"/>
          <p:cNvSpPr/>
          <p:nvPr/>
        </p:nvSpPr>
        <p:spPr>
          <a:xfrm>
            <a:off x="731520" y="1874520"/>
            <a:ext cx="7680960" cy="502920"/>
          </a:xfrm>
          <a:prstGeom prst="rect">
            <a:avLst/>
          </a:prstGeom>
          <a:noFill/>
          <a:ln/>
        </p:spPr>
        <p:txBody>
          <a:bodyPr wrap="square" rtlCol="0" anchor="ctr"/>
          <a:lstStyle/>
          <a:p>
            <a:pPr marL="0" indent="0" algn="ctr">
              <a:buNone/>
            </a:pPr>
            <a:r>
              <a:rPr lang="en-US" sz="1800" b="1" dirty="0">
                <a:solidFill>
                  <a:srgbClr val="1E293B"/>
                </a:solidFill>
                <a:latin typeface="Arial" pitchFamily="34" charset="0"/>
                <a:ea typeface="Arial" pitchFamily="34" charset="-122"/>
                <a:cs typeface="Arial" pitchFamily="34" charset="-120"/>
              </a:rPr>
              <a:t>Birinin doğum günü mü?</a:t>
            </a:r>
            <a:endParaRPr lang="en-US" sz="1800" dirty="0"/>
          </a:p>
        </p:txBody>
      </p:sp>
      <p:sp>
        <p:nvSpPr>
          <p:cNvPr id="6" name="Shape 4"/>
          <p:cNvSpPr/>
          <p:nvPr/>
        </p:nvSpPr>
        <p:spPr>
          <a:xfrm>
            <a:off x="914400" y="2468880"/>
            <a:ext cx="7315200" cy="658368"/>
          </a:xfrm>
          <a:prstGeom prst="roundRect">
            <a:avLst>
              <a:gd name="adj" fmla="val 20833"/>
            </a:avLst>
          </a:prstGeom>
          <a:solidFill>
            <a:srgbClr val="7C3AED"/>
          </a:solidFill>
          <a:ln/>
          <a:effectLst>
            <a:outerShdw blurRad="101600" dist="38100" dir="2700000" algn="bl" rotWithShape="0">
              <a:srgbClr val="000000">
                <a:alpha val="15000"/>
              </a:srgbClr>
            </a:outerShdw>
          </a:effectLst>
        </p:spPr>
      </p:sp>
      <p:sp>
        <p:nvSpPr>
          <p:cNvPr id="7" name="Text 5"/>
          <p:cNvSpPr/>
          <p:nvPr/>
        </p:nvSpPr>
        <p:spPr>
          <a:xfrm>
            <a:off x="914400" y="2468880"/>
            <a:ext cx="7315200" cy="658368"/>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xml:space="preserve">      İyi ki doğdun!</a:t>
            </a:r>
            <a:endParaRPr lang="en-US" sz="2000" dirty="0"/>
          </a:p>
        </p:txBody>
      </p:sp>
      <p:pic>
        <p:nvPicPr>
          <p:cNvPr id="15" name="Emoji 15" descr="emoji"/>
          <p:cNvPicPr>
            <a:picLocks noChangeAspect="1"/>
          </p:cNvPicPr>
          <p:nvPr/>
        </p:nvPicPr>
        <p:blipFill>
          <a:blip r:embed="rId102"/>
          <a:stretch>
            <a:fillRect/>
          </a:stretch>
        </p:blipFill>
        <p:spPr>
          <a:xfrm>
            <a:off x="3548991" y="2671064"/>
            <a:ext cx="254000" cy="254000"/>
          </a:xfrm>
          <a:prstGeom prst="rect">
            <a:avLst/>
          </a:prstGeom>
        </p:spPr>
      </p:pic>
      <p:sp>
        <p:nvSpPr>
          <p:cNvPr id="8" name="Shape 6"/>
          <p:cNvSpPr/>
          <p:nvPr/>
        </p:nvSpPr>
        <p:spPr>
          <a:xfrm>
            <a:off x="914400" y="3291840"/>
            <a:ext cx="7315200" cy="658368"/>
          </a:xfrm>
          <a:prstGeom prst="roundRect">
            <a:avLst>
              <a:gd name="adj" fmla="val 20833"/>
            </a:avLst>
          </a:prstGeom>
          <a:solidFill>
            <a:srgbClr val="7C3AED"/>
          </a:solidFill>
          <a:ln/>
          <a:effectLst>
            <a:outerShdw blurRad="101600" dist="38100" dir="2700000" algn="bl" rotWithShape="0">
              <a:srgbClr val="000000">
                <a:alpha val="15000"/>
              </a:srgbClr>
            </a:outerShdw>
          </a:effectLst>
        </p:spPr>
      </p:sp>
      <p:sp>
        <p:nvSpPr>
          <p:cNvPr id="9" name="Text 7"/>
          <p:cNvSpPr/>
          <p:nvPr/>
        </p:nvSpPr>
        <p:spPr>
          <a:xfrm>
            <a:off x="914400" y="3291840"/>
            <a:ext cx="7315200" cy="658368"/>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 xml:space="preserve">      Doğum günün kutlu olsun!</a:t>
            </a:r>
            <a:endParaRPr lang="en-US" sz="2000" dirty="0"/>
          </a:p>
        </p:txBody>
      </p:sp>
      <p:pic>
        <p:nvPicPr>
          <p:cNvPr id="16" name="Emoji 16" descr="emoji"/>
          <p:cNvPicPr>
            <a:picLocks noChangeAspect="1"/>
          </p:cNvPicPr>
          <p:nvPr/>
        </p:nvPicPr>
        <p:blipFill>
          <a:blip r:embed="rId102"/>
          <a:stretch>
            <a:fillRect/>
          </a:stretch>
        </p:blipFill>
        <p:spPr>
          <a:xfrm>
            <a:off x="2759019" y="3494024"/>
            <a:ext cx="254000" cy="254000"/>
          </a:xfrm>
          <a:prstGeom prst="rect">
            <a:avLst/>
          </a:prstGeom>
        </p:spPr>
      </p:pic>
      <p:sp>
        <p:nvSpPr>
          <p:cNvPr id="10" name="Shape 8"/>
          <p:cNvSpPr/>
          <p:nvPr/>
        </p:nvSpPr>
        <p:spPr>
          <a:xfrm>
            <a:off x="3017520" y="4251960"/>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11" name="Text 9"/>
          <p:cNvSpPr/>
          <p:nvPr/>
        </p:nvSpPr>
        <p:spPr>
          <a:xfrm>
            <a:off x="3017520" y="4251960"/>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Tekrar Et!</a:t>
            </a:r>
            <a:endParaRPr lang="en-US" sz="1400" dirty="0"/>
          </a:p>
        </p:txBody>
      </p:sp>
      <p:pic>
        <p:nvPicPr>
          <p:cNvPr id="17" name="Emoji 17" descr="emoji"/>
          <p:cNvPicPr>
            <a:picLocks noChangeAspect="1"/>
          </p:cNvPicPr>
          <p:nvPr/>
        </p:nvPicPr>
        <p:blipFill>
          <a:blip r:embed="rId103"/>
          <a:stretch>
            <a:fillRect/>
          </a:stretch>
        </p:blipFill>
        <p:spPr>
          <a:xfrm>
            <a:off x="4025271" y="4414520"/>
            <a:ext cx="177800" cy="177800"/>
          </a:xfrm>
          <a:prstGeom prst="rect">
            <a:avLst/>
          </a:prstGeom>
        </p:spPr>
      </p:pic>
      <p:sp>
        <p:nvSpPr>
          <p:cNvPr id="12" name="Text 10"/>
          <p:cNvSpPr/>
          <p:nvPr/>
        </p:nvSpPr>
        <p:spPr>
          <a:xfrm>
            <a:off x="1371600" y="4846320"/>
            <a:ext cx="6400800" cy="365760"/>
          </a:xfrm>
          <a:prstGeom prst="rect">
            <a:avLst/>
          </a:prstGeom>
          <a:noFill/>
          <a:ln/>
        </p:spPr>
        <p:txBody>
          <a:bodyPr wrap="square" rtlCol="0" anchor="ctr"/>
          <a:lstStyle/>
          <a:p>
            <a:pPr marL="0" indent="0" algn="ctr">
              <a:buNone/>
            </a:pPr>
            <a:r>
              <a:rPr lang="en-US" sz="1200" i="1" dirty="0">
                <a:solidFill>
                  <a:srgbClr val="7C3AED"/>
                </a:solidFill>
                <a:latin typeface="Arial" pitchFamily="34" charset="0"/>
                <a:ea typeface="Arial" pitchFamily="34" charset="-122"/>
                <a:cs typeface="Arial" pitchFamily="34" charset="-120"/>
              </a:rPr>
              <a:t xml:space="preserve">      Artık bir kutlama uzmanısın!</a:t>
            </a:r>
            <a:endParaRPr lang="en-US" sz="1200" dirty="0"/>
          </a:p>
        </p:txBody>
      </p:sp>
      <p:pic>
        <p:nvPicPr>
          <p:cNvPr id="18" name="Emoji 18" descr="emoji"/>
          <p:cNvPicPr>
            <a:picLocks noChangeAspect="1"/>
          </p:cNvPicPr>
          <p:nvPr/>
        </p:nvPicPr>
        <p:blipFill>
          <a:blip r:embed="rId104"/>
          <a:stretch>
            <a:fillRect/>
          </a:stretch>
        </p:blipFill>
        <p:spPr>
          <a:xfrm>
            <a:off x="3511931" y="4953000"/>
            <a:ext cx="152400" cy="152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7ED"/>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59E0B"/>
          </a:solidFill>
          <a:ln/>
        </p:spPr>
      </p:sp>
      <p:sp>
        <p:nvSpPr>
          <p:cNvPr id="3" name="Text 1"/>
          <p:cNvSpPr/>
          <p:nvPr/>
        </p:nvSpPr>
        <p:spPr>
          <a:xfrm>
            <a:off x="274320" y="91440"/>
            <a:ext cx="8229600" cy="731520"/>
          </a:xfrm>
          <a:prstGeom prst="rect">
            <a:avLst/>
          </a:prstGeom>
          <a:noFill/>
          <a:ln/>
        </p:spPr>
        <p:txBody>
          <a:bodyPr wrap="square" rtlCol="0" anchor="ctr"/>
          <a:lstStyle/>
          <a:p>
            <a:pPr marL="0" indent="0" algn="ctr">
              <a:buNone/>
            </a:pPr>
            <a:r>
              <a:rPr lang="en-US" sz="2400" b="1" dirty="0">
                <a:solidFill>
                  <a:srgbClr val="1A2E5A"/>
                </a:solidFill>
                <a:latin typeface="Arial" pitchFamily="34" charset="0"/>
                <a:ea typeface="Arial" pitchFamily="34" charset="-122"/>
                <a:cs typeface="Arial" pitchFamily="34" charset="-120"/>
              </a:rPr>
              <a:t xml:space="preserve">      KÜLTÜR KÖŞESİ – DEDEKTİF SIRRI!</a:t>
            </a:r>
            <a:endParaRPr lang="en-US" sz="2400" dirty="0"/>
          </a:p>
        </p:txBody>
      </p:sp>
      <p:pic>
        <p:nvPicPr>
          <p:cNvPr id="19" name="Emoji 19" descr="emoji"/>
          <p:cNvPicPr>
            <a:picLocks noChangeAspect="1"/>
          </p:cNvPicPr>
          <p:nvPr/>
        </p:nvPicPr>
        <p:blipFill>
          <a:blip r:embed="rId100"/>
          <a:stretch>
            <a:fillRect/>
          </a:stretch>
        </p:blipFill>
        <p:spPr>
          <a:xfrm>
            <a:off x="1487704" y="304800"/>
            <a:ext cx="304800" cy="304800"/>
          </a:xfrm>
          <a:prstGeom prst="rect">
            <a:avLst/>
          </a:prstGeom>
        </p:spPr>
      </p:pic>
      <p:sp>
        <p:nvSpPr>
          <p:cNvPr id="4" name="Shape 2"/>
          <p:cNvSpPr/>
          <p:nvPr/>
        </p:nvSpPr>
        <p:spPr>
          <a:xfrm>
            <a:off x="731520" y="1097280"/>
            <a:ext cx="7680960" cy="960120"/>
          </a:xfrm>
          <a:prstGeom prst="roundRect">
            <a:avLst>
              <a:gd name="adj" fmla="val 14286"/>
            </a:avLst>
          </a:prstGeom>
          <a:solidFill>
            <a:srgbClr val="FFFFFF"/>
          </a:solidFill>
          <a:ln/>
          <a:effectLst>
            <a:outerShdw blurRad="101600" dist="38100" dir="2700000" algn="bl" rotWithShape="0">
              <a:srgbClr val="000000">
                <a:alpha val="15000"/>
              </a:srgbClr>
            </a:outerShdw>
          </a:effectLst>
        </p:spPr>
      </p:sp>
      <p:sp>
        <p:nvSpPr>
          <p:cNvPr id="5" name="Text 3"/>
          <p:cNvSpPr/>
          <p:nvPr/>
        </p:nvSpPr>
        <p:spPr>
          <a:xfrm>
            <a:off x="914400" y="1170432"/>
            <a:ext cx="7315200" cy="822960"/>
          </a:xfrm>
          <a:prstGeom prst="rect">
            <a:avLst/>
          </a:prstGeom>
          <a:noFill/>
          <a:ln/>
        </p:spPr>
        <p:txBody>
          <a:bodyPr wrap="square" rtlCol="0" anchor="ctr"/>
          <a:lstStyle/>
          <a:p>
            <a:pPr marL="0" indent="0" algn="ctr">
              <a:buNone/>
            </a:pPr>
            <a:r>
              <a:rPr lang="en-US" sz="1600" b="1" dirty="0">
                <a:solidFill>
                  <a:srgbClr val="1E293B"/>
                </a:solidFill>
                <a:latin typeface="Arial" pitchFamily="34" charset="0"/>
                <a:ea typeface="Arial" pitchFamily="34" charset="-122"/>
                <a:cs typeface="Arial" pitchFamily="34" charset="-120"/>
              </a:rPr>
              <a:t xml:space="preserve">      Türkçede büyüklere isimle seslenmeyiz.</a:t>
            </a:r>
            <a:endParaRPr lang="en-US" sz="1600" dirty="0"/>
          </a:p>
          <a:p>
            <a:pPr marL="0" indent="0" algn="ctr">
              <a:buNone/>
            </a:pPr>
            <a:r>
              <a:rPr lang="en-US" sz="1600" b="1" dirty="0">
                <a:solidFill>
                  <a:srgbClr val="1E293B"/>
                </a:solidFill>
                <a:latin typeface="Arial" pitchFamily="34" charset="0"/>
                <a:ea typeface="Arial" pitchFamily="34" charset="-122"/>
                <a:cs typeface="Arial" pitchFamily="34" charset="-120"/>
              </a:rPr>
              <a:t>Onlara 'Ağabey (Abi)', 'Abla', 'Amca' veya 'Teyze' deriz.</a:t>
            </a:r>
            <a:endParaRPr lang="en-US" sz="1600" dirty="0"/>
          </a:p>
        </p:txBody>
      </p:sp>
      <p:pic>
        <p:nvPicPr>
          <p:cNvPr id="20" name="Emoji 20" descr="emoji"/>
          <p:cNvPicPr>
            <a:picLocks noChangeAspect="1"/>
          </p:cNvPicPr>
          <p:nvPr/>
        </p:nvPicPr>
        <p:blipFill>
          <a:blip r:embed="rId101"/>
          <a:stretch>
            <a:fillRect/>
          </a:stretch>
        </p:blipFill>
        <p:spPr>
          <a:xfrm>
            <a:off x="2482599" y="1361440"/>
            <a:ext cx="203200" cy="203200"/>
          </a:xfrm>
          <a:prstGeom prst="rect">
            <a:avLst/>
          </a:prstGeom>
        </p:spPr>
      </p:pic>
      <p:sp>
        <p:nvSpPr>
          <p:cNvPr id="6" name="Shape 4"/>
          <p:cNvSpPr/>
          <p:nvPr/>
        </p:nvSpPr>
        <p:spPr>
          <a:xfrm>
            <a:off x="548640" y="2240280"/>
            <a:ext cx="2468880" cy="1371600"/>
          </a:xfrm>
          <a:prstGeom prst="roundRect">
            <a:avLst>
              <a:gd name="adj" fmla="val 10000"/>
            </a:avLst>
          </a:prstGeom>
          <a:solidFill>
            <a:srgbClr val="DBEAFE"/>
          </a:solidFill>
          <a:ln/>
          <a:effectLst>
            <a:outerShdw blurRad="101600" dist="38100" dir="2700000" algn="bl" rotWithShape="0">
              <a:srgbClr val="000000">
                <a:alpha val="15000"/>
              </a:srgbClr>
            </a:outerShdw>
          </a:effectLst>
        </p:spPr>
      </p:sp>
      <p:sp>
        <p:nvSpPr>
          <p:cNvPr id="7" name="Text 5"/>
          <p:cNvSpPr/>
          <p:nvPr/>
        </p:nvSpPr>
        <p:spPr>
          <a:xfrm>
            <a:off x="548640" y="2286000"/>
            <a:ext cx="2468880" cy="777240"/>
          </a:xfrm>
          <a:prstGeom prst="rect">
            <a:avLst/>
          </a:prstGeom>
          <a:noFill/>
          <a:ln/>
        </p:spPr>
        <p:txBody>
          <a:bodyPr wrap="square" rtlCol="0" anchor="ctr"/>
          <a:lstStyle/>
          <a:p>
            <a:pPr marL="0" indent="0" algn="ctr">
              <a:buNone/>
            </a:pPr>
            <a:r>
              <a:rPr lang="en-US" sz="3200" dirty="0">
                <a:solidFill>
                  <a:srgbClr val="000000"/>
                </a:solidFill>
              </a:rPr>
              <a:t xml:space="preserve">    </a:t>
            </a:r>
            <a:endParaRPr lang="en-US" sz="3200" dirty="0"/>
          </a:p>
        </p:txBody>
      </p:sp>
      <p:pic>
        <p:nvPicPr>
          <p:cNvPr id="21" name="Emoji 21" descr="emoji"/>
          <p:cNvPicPr>
            <a:picLocks noChangeAspect="1"/>
          </p:cNvPicPr>
          <p:nvPr/>
        </p:nvPicPr>
        <p:blipFill>
          <a:blip r:embed="rId102"/>
          <a:stretch>
            <a:fillRect/>
          </a:stretch>
        </p:blipFill>
        <p:spPr>
          <a:xfrm>
            <a:off x="1579880" y="2471420"/>
            <a:ext cx="406400" cy="406400"/>
          </a:xfrm>
          <a:prstGeom prst="rect">
            <a:avLst/>
          </a:prstGeom>
        </p:spPr>
      </p:pic>
      <p:sp>
        <p:nvSpPr>
          <p:cNvPr id="8" name="Text 6"/>
          <p:cNvSpPr/>
          <p:nvPr/>
        </p:nvSpPr>
        <p:spPr>
          <a:xfrm>
            <a:off x="640080" y="3017520"/>
            <a:ext cx="2286000" cy="502920"/>
          </a:xfrm>
          <a:prstGeom prst="rect">
            <a:avLst/>
          </a:prstGeom>
          <a:noFill/>
          <a:ln/>
        </p:spPr>
        <p:txBody>
          <a:bodyPr wrap="square" rtlCol="0" anchor="ctr"/>
          <a:lstStyle/>
          <a:p>
            <a:pPr marL="0" indent="0" algn="ctr">
              <a:buNone/>
            </a:pPr>
            <a:r>
              <a:rPr lang="en-US" sz="1400" b="1" dirty="0">
                <a:solidFill>
                  <a:srgbClr val="1A2E5A"/>
                </a:solidFill>
                <a:latin typeface="Arial" pitchFamily="34" charset="0"/>
                <a:ea typeface="Arial" pitchFamily="34" charset="-122"/>
                <a:cs typeface="Arial" pitchFamily="34" charset="-120"/>
              </a:rPr>
              <a:t>Ayşe — 7 yaş</a:t>
            </a:r>
            <a:endParaRPr lang="en-US" sz="1400" dirty="0"/>
          </a:p>
        </p:txBody>
      </p:sp>
      <p:sp>
        <p:nvSpPr>
          <p:cNvPr id="9" name="Shape 7"/>
          <p:cNvSpPr/>
          <p:nvPr/>
        </p:nvSpPr>
        <p:spPr>
          <a:xfrm>
            <a:off x="3246120" y="2240280"/>
            <a:ext cx="2468880" cy="1371600"/>
          </a:xfrm>
          <a:prstGeom prst="roundRect">
            <a:avLst>
              <a:gd name="adj" fmla="val 10000"/>
            </a:avLst>
          </a:prstGeom>
          <a:solidFill>
            <a:srgbClr val="DBEAFE"/>
          </a:solidFill>
          <a:ln/>
          <a:effectLst>
            <a:outerShdw blurRad="101600" dist="38100" dir="2700000" algn="bl" rotWithShape="0">
              <a:srgbClr val="000000">
                <a:alpha val="15000"/>
              </a:srgbClr>
            </a:outerShdw>
          </a:effectLst>
        </p:spPr>
      </p:sp>
      <p:sp>
        <p:nvSpPr>
          <p:cNvPr id="10" name="Text 8"/>
          <p:cNvSpPr/>
          <p:nvPr/>
        </p:nvSpPr>
        <p:spPr>
          <a:xfrm>
            <a:off x="3246120" y="2286000"/>
            <a:ext cx="2468880" cy="777240"/>
          </a:xfrm>
          <a:prstGeom prst="rect">
            <a:avLst/>
          </a:prstGeom>
          <a:noFill/>
          <a:ln/>
        </p:spPr>
        <p:txBody>
          <a:bodyPr wrap="square" rtlCol="0" anchor="ctr"/>
          <a:lstStyle/>
          <a:p>
            <a:pPr marL="0" indent="0" algn="ctr">
              <a:buNone/>
            </a:pPr>
            <a:r>
              <a:rPr lang="en-US" sz="3200" dirty="0">
                <a:solidFill>
                  <a:srgbClr val="000000"/>
                </a:solidFill>
              </a:rPr>
              <a:t xml:space="preserve">    </a:t>
            </a:r>
            <a:endParaRPr lang="en-US" sz="3200" dirty="0"/>
          </a:p>
        </p:txBody>
      </p:sp>
      <p:pic>
        <p:nvPicPr>
          <p:cNvPr id="22" name="Emoji 22" descr="emoji"/>
          <p:cNvPicPr>
            <a:picLocks noChangeAspect="1"/>
          </p:cNvPicPr>
          <p:nvPr/>
        </p:nvPicPr>
        <p:blipFill>
          <a:blip r:embed="rId103"/>
          <a:stretch>
            <a:fillRect/>
          </a:stretch>
        </p:blipFill>
        <p:spPr>
          <a:xfrm>
            <a:off x="4277360" y="2471420"/>
            <a:ext cx="406400" cy="406400"/>
          </a:xfrm>
          <a:prstGeom prst="rect">
            <a:avLst/>
          </a:prstGeom>
        </p:spPr>
      </p:pic>
      <p:sp>
        <p:nvSpPr>
          <p:cNvPr id="11" name="Text 9"/>
          <p:cNvSpPr/>
          <p:nvPr/>
        </p:nvSpPr>
        <p:spPr>
          <a:xfrm>
            <a:off x="3337560" y="3017520"/>
            <a:ext cx="2286000" cy="502920"/>
          </a:xfrm>
          <a:prstGeom prst="rect">
            <a:avLst/>
          </a:prstGeom>
          <a:noFill/>
          <a:ln/>
        </p:spPr>
        <p:txBody>
          <a:bodyPr wrap="square" rtlCol="0" anchor="ctr"/>
          <a:lstStyle/>
          <a:p>
            <a:pPr marL="0" indent="0" algn="ctr">
              <a:buNone/>
            </a:pPr>
            <a:r>
              <a:rPr lang="en-US" sz="1400" b="1" dirty="0">
                <a:solidFill>
                  <a:srgbClr val="1A2E5A"/>
                </a:solidFill>
                <a:latin typeface="Arial" pitchFamily="34" charset="0"/>
                <a:ea typeface="Arial" pitchFamily="34" charset="-122"/>
                <a:cs typeface="Arial" pitchFamily="34" charset="-120"/>
              </a:rPr>
              <a:t>Fatma — 17 yaş</a:t>
            </a:r>
            <a:endParaRPr lang="en-US" sz="1400" dirty="0"/>
          </a:p>
        </p:txBody>
      </p:sp>
      <p:sp>
        <p:nvSpPr>
          <p:cNvPr id="12" name="Shape 10"/>
          <p:cNvSpPr/>
          <p:nvPr/>
        </p:nvSpPr>
        <p:spPr>
          <a:xfrm>
            <a:off x="5943600" y="2240280"/>
            <a:ext cx="2468880" cy="1371600"/>
          </a:xfrm>
          <a:prstGeom prst="roundRect">
            <a:avLst>
              <a:gd name="adj" fmla="val 10000"/>
            </a:avLst>
          </a:prstGeom>
          <a:solidFill>
            <a:srgbClr val="DBEAFE"/>
          </a:solidFill>
          <a:ln/>
          <a:effectLst>
            <a:outerShdw blurRad="101600" dist="38100" dir="2700000" algn="bl" rotWithShape="0">
              <a:srgbClr val="000000">
                <a:alpha val="15000"/>
              </a:srgbClr>
            </a:outerShdw>
          </a:effectLst>
        </p:spPr>
      </p:sp>
      <p:sp>
        <p:nvSpPr>
          <p:cNvPr id="13" name="Text 11"/>
          <p:cNvSpPr/>
          <p:nvPr/>
        </p:nvSpPr>
        <p:spPr>
          <a:xfrm>
            <a:off x="5943600" y="2286000"/>
            <a:ext cx="2468880" cy="777240"/>
          </a:xfrm>
          <a:prstGeom prst="rect">
            <a:avLst/>
          </a:prstGeom>
          <a:noFill/>
          <a:ln/>
        </p:spPr>
        <p:txBody>
          <a:bodyPr wrap="square" rtlCol="0" anchor="ctr"/>
          <a:lstStyle/>
          <a:p>
            <a:pPr marL="0" indent="0" algn="ctr">
              <a:buNone/>
            </a:pPr>
            <a:r>
              <a:rPr lang="en-US" sz="3200" dirty="0">
                <a:solidFill>
                  <a:srgbClr val="000000"/>
                </a:solidFill>
              </a:rPr>
              <a:t xml:space="preserve">    </a:t>
            </a:r>
            <a:endParaRPr lang="en-US" sz="3200" dirty="0"/>
          </a:p>
        </p:txBody>
      </p:sp>
      <p:pic>
        <p:nvPicPr>
          <p:cNvPr id="23" name="Emoji 23" descr="emoji"/>
          <p:cNvPicPr>
            <a:picLocks noChangeAspect="1"/>
          </p:cNvPicPr>
          <p:nvPr/>
        </p:nvPicPr>
        <p:blipFill>
          <a:blip r:embed="rId104"/>
          <a:stretch>
            <a:fillRect/>
          </a:stretch>
        </p:blipFill>
        <p:spPr>
          <a:xfrm>
            <a:off x="6974840" y="2471420"/>
            <a:ext cx="406400" cy="406400"/>
          </a:xfrm>
          <a:prstGeom prst="rect">
            <a:avLst/>
          </a:prstGeom>
        </p:spPr>
      </p:pic>
      <p:sp>
        <p:nvSpPr>
          <p:cNvPr id="14" name="Text 12"/>
          <p:cNvSpPr/>
          <p:nvPr/>
        </p:nvSpPr>
        <p:spPr>
          <a:xfrm>
            <a:off x="6035040" y="3017520"/>
            <a:ext cx="2286000" cy="502920"/>
          </a:xfrm>
          <a:prstGeom prst="rect">
            <a:avLst/>
          </a:prstGeom>
          <a:noFill/>
          <a:ln/>
        </p:spPr>
        <p:txBody>
          <a:bodyPr wrap="square" rtlCol="0" anchor="ctr"/>
          <a:lstStyle/>
          <a:p>
            <a:pPr marL="0" indent="0" algn="ctr">
              <a:buNone/>
            </a:pPr>
            <a:r>
              <a:rPr lang="en-US" sz="1400" b="1" dirty="0">
                <a:solidFill>
                  <a:srgbClr val="1A2E5A"/>
                </a:solidFill>
                <a:latin typeface="Arial" pitchFamily="34" charset="0"/>
                <a:ea typeface="Arial" pitchFamily="34" charset="-122"/>
                <a:cs typeface="Arial" pitchFamily="34" charset="-120"/>
              </a:rPr>
              <a:t>Hüseyin — 17 yaş</a:t>
            </a:r>
            <a:endParaRPr lang="en-US" sz="1400" dirty="0"/>
          </a:p>
        </p:txBody>
      </p:sp>
      <p:sp>
        <p:nvSpPr>
          <p:cNvPr id="15" name="Shape 13"/>
          <p:cNvSpPr/>
          <p:nvPr/>
        </p:nvSpPr>
        <p:spPr>
          <a:xfrm>
            <a:off x="731520" y="3657600"/>
            <a:ext cx="7680960" cy="914400"/>
          </a:xfrm>
          <a:prstGeom prst="roundRect">
            <a:avLst>
              <a:gd name="adj" fmla="val 15000"/>
            </a:avLst>
          </a:prstGeom>
          <a:solidFill>
            <a:srgbClr val="16A34A"/>
          </a:solidFill>
          <a:ln/>
          <a:effectLst>
            <a:outerShdw blurRad="101600" dist="38100" dir="2700000" algn="bl" rotWithShape="0">
              <a:srgbClr val="000000">
                <a:alpha val="15000"/>
              </a:srgbClr>
            </a:outerShdw>
          </a:effectLst>
        </p:spPr>
      </p:sp>
      <p:sp>
        <p:nvSpPr>
          <p:cNvPr id="16" name="Text 14"/>
          <p:cNvSpPr/>
          <p:nvPr/>
        </p:nvSpPr>
        <p:spPr>
          <a:xfrm>
            <a:off x="914400" y="3703320"/>
            <a:ext cx="7315200" cy="8229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Ayşe, </a:t>
            </a:r>
            <a:r>
              <a:rPr lang="en-US" sz="1400" b="1" dirty="0" err="1">
                <a:solidFill>
                  <a:srgbClr val="FFFFFF"/>
                </a:solidFill>
                <a:latin typeface="Arial" pitchFamily="34" charset="0"/>
                <a:ea typeface="Arial" pitchFamily="34" charset="-122"/>
                <a:cs typeface="Arial" pitchFamily="34" charset="-120"/>
              </a:rPr>
              <a:t>Fatma'ya</a:t>
            </a:r>
            <a:r>
              <a:rPr lang="en-US" sz="1400" b="1" dirty="0">
                <a:solidFill>
                  <a:srgbClr val="FFFFFF"/>
                </a:solidFill>
                <a:latin typeface="Arial" pitchFamily="34" charset="0"/>
                <a:ea typeface="Arial" pitchFamily="34" charset="-122"/>
                <a:cs typeface="Arial" pitchFamily="34" charset="-120"/>
              </a:rPr>
              <a:t>: 'Fatma Abla!'  •  Hüseyin'e: 'Hüseyin Abi!'</a:t>
            </a:r>
            <a:endParaRPr lang="en-US" sz="1400" dirty="0"/>
          </a:p>
          <a:p>
            <a:pPr marL="0" indent="0" algn="ctr">
              <a:buNone/>
            </a:pPr>
            <a:r>
              <a:rPr lang="en-US" sz="1400" b="1" dirty="0">
                <a:solidFill>
                  <a:srgbClr val="FFFFFF"/>
                </a:solidFill>
                <a:latin typeface="Arial" pitchFamily="34" charset="0"/>
                <a:ea typeface="Arial" pitchFamily="34" charset="-122"/>
                <a:cs typeface="Arial" pitchFamily="34" charset="-120"/>
              </a:rPr>
              <a:t>Fatma ile Hüseyin akran. Fatma, Hüseyin'e sadece 'Hüseyin!' der.</a:t>
            </a:r>
            <a:endParaRPr lang="en-US" sz="1400" dirty="0"/>
          </a:p>
        </p:txBody>
      </p:sp>
      <p:sp>
        <p:nvSpPr>
          <p:cNvPr id="17" name="Shape 15"/>
          <p:cNvSpPr/>
          <p:nvPr/>
        </p:nvSpPr>
        <p:spPr>
          <a:xfrm>
            <a:off x="3017520" y="4616963"/>
            <a:ext cx="31089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txBody>
          <a:bodyPr/>
          <a:lstStyle/>
          <a:p>
            <a:endParaRPr lang="tr-TR" dirty="0"/>
          </a:p>
        </p:txBody>
      </p:sp>
      <p:sp>
        <p:nvSpPr>
          <p:cNvPr id="18" name="Text 16"/>
          <p:cNvSpPr/>
          <p:nvPr/>
        </p:nvSpPr>
        <p:spPr>
          <a:xfrm>
            <a:off x="2926080" y="4623624"/>
            <a:ext cx="310896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 xml:space="preserve">      Düşün!</a:t>
            </a:r>
            <a:endParaRPr lang="en-US" sz="1400" dirty="0"/>
          </a:p>
        </p:txBody>
      </p:sp>
      <p:pic>
        <p:nvPicPr>
          <p:cNvPr id="24" name="Emoji 24" descr="emoji"/>
          <p:cNvPicPr>
            <a:picLocks noChangeAspect="1"/>
          </p:cNvPicPr>
          <p:nvPr/>
        </p:nvPicPr>
        <p:blipFill>
          <a:blip r:embed="rId105"/>
          <a:stretch>
            <a:fillRect/>
          </a:stretch>
        </p:blipFill>
        <p:spPr>
          <a:xfrm>
            <a:off x="4036101" y="4786184"/>
            <a:ext cx="177800" cy="177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0" grpId="0" animBg="1"/>
      <p:bldP spid="11" grpId="0" animBg="1"/>
      <p:bldP spid="13" grpId="0" animBg="1"/>
      <p:bldP spid="14" grpId="0" animBg="1"/>
      <p:bldP spid="16" grpId="0" animBg="1"/>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A2E5A"/>
        </a:solidFill>
        <a:effectLst/>
      </p:bgPr>
    </p:bg>
    <p:spTree>
      <p:nvGrpSpPr>
        <p:cNvPr id="1" name=""/>
        <p:cNvGrpSpPr/>
        <p:nvPr/>
      </p:nvGrpSpPr>
      <p:grpSpPr>
        <a:xfrm>
          <a:off x="0" y="0"/>
          <a:ext cx="0" cy="0"/>
          <a:chOff x="0" y="0"/>
          <a:chExt cx="0" cy="0"/>
        </a:xfrm>
      </p:grpSpPr>
      <p:sp>
        <p:nvSpPr>
          <p:cNvPr id="2" name="Text 0"/>
          <p:cNvSpPr/>
          <p:nvPr/>
        </p:nvSpPr>
        <p:spPr>
          <a:xfrm>
            <a:off x="3840480" y="182880"/>
            <a:ext cx="1463040" cy="1188720"/>
          </a:xfrm>
          <a:prstGeom prst="rect">
            <a:avLst/>
          </a:prstGeom>
          <a:noFill/>
          <a:ln/>
        </p:spPr>
        <p:txBody>
          <a:bodyPr wrap="square" rtlCol="0" anchor="ctr"/>
          <a:lstStyle/>
          <a:p>
            <a:pPr marL="0" indent="0" algn="ctr">
              <a:buNone/>
            </a:pPr>
            <a:r>
              <a:rPr lang="en-US" sz="5200" dirty="0">
                <a:solidFill>
                  <a:srgbClr val="000000"/>
                </a:solidFill>
              </a:rPr>
              <a:t xml:space="preserve">    </a:t>
            </a:r>
            <a:endParaRPr lang="en-US" sz="5200" dirty="0"/>
          </a:p>
        </p:txBody>
      </p:sp>
      <p:pic>
        <p:nvPicPr>
          <p:cNvPr id="8" name="Emoji 8" descr="emoji"/>
          <p:cNvPicPr>
            <a:picLocks noChangeAspect="1"/>
          </p:cNvPicPr>
          <p:nvPr/>
        </p:nvPicPr>
        <p:blipFill>
          <a:blip r:embed="rId100"/>
          <a:stretch>
            <a:fillRect/>
          </a:stretch>
        </p:blipFill>
        <p:spPr>
          <a:xfrm>
            <a:off x="4241800" y="447040"/>
            <a:ext cx="660400" cy="660400"/>
          </a:xfrm>
          <a:prstGeom prst="rect">
            <a:avLst/>
          </a:prstGeom>
        </p:spPr>
      </p:pic>
      <p:sp>
        <p:nvSpPr>
          <p:cNvPr id="3" name="Text 1"/>
          <p:cNvSpPr/>
          <p:nvPr/>
        </p:nvSpPr>
        <p:spPr>
          <a:xfrm>
            <a:off x="457200" y="1371600"/>
            <a:ext cx="8229600" cy="822960"/>
          </a:xfrm>
          <a:prstGeom prst="rect">
            <a:avLst/>
          </a:prstGeom>
          <a:noFill/>
          <a:ln/>
        </p:spPr>
        <p:txBody>
          <a:bodyPr wrap="square" rtlCol="0" anchor="ctr"/>
          <a:lstStyle/>
          <a:p>
            <a:pPr marL="0" indent="0" algn="ctr">
              <a:buNone/>
            </a:pPr>
            <a:r>
              <a:rPr lang="en-US" sz="4400" b="1" dirty="0">
                <a:solidFill>
                  <a:srgbClr val="FBBF24"/>
                </a:solidFill>
                <a:latin typeface="Arial" pitchFamily="34" charset="0"/>
                <a:ea typeface="Arial" pitchFamily="34" charset="-122"/>
                <a:cs typeface="Arial" pitchFamily="34" charset="-120"/>
              </a:rPr>
              <a:t>SAHA GÖREVİ</a:t>
            </a:r>
            <a:endParaRPr lang="en-US" sz="4400" dirty="0"/>
          </a:p>
        </p:txBody>
      </p:sp>
      <p:sp>
        <p:nvSpPr>
          <p:cNvPr id="4" name="Shape 2"/>
          <p:cNvSpPr/>
          <p:nvPr/>
        </p:nvSpPr>
        <p:spPr>
          <a:xfrm>
            <a:off x="731520" y="2286000"/>
            <a:ext cx="7680960" cy="1463040"/>
          </a:xfrm>
          <a:prstGeom prst="roundRect">
            <a:avLst>
              <a:gd name="adj" fmla="val 11250"/>
            </a:avLst>
          </a:prstGeom>
          <a:solidFill>
            <a:srgbClr val="2563EB"/>
          </a:solidFill>
          <a:ln/>
          <a:effectLst>
            <a:outerShdw blurRad="101600" dist="38100" dir="2700000" algn="bl" rotWithShape="0">
              <a:srgbClr val="000000">
                <a:alpha val="15000"/>
              </a:srgbClr>
            </a:outerShdw>
          </a:effectLst>
        </p:spPr>
      </p:sp>
      <p:sp>
        <p:nvSpPr>
          <p:cNvPr id="5" name="Text 3"/>
          <p:cNvSpPr/>
          <p:nvPr/>
        </p:nvSpPr>
        <p:spPr>
          <a:xfrm>
            <a:off x="731520" y="2377440"/>
            <a:ext cx="7680960" cy="128016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 xml:space="preserve">      </a:t>
            </a:r>
            <a:r>
              <a:rPr lang="tr-TR" sz="1700" b="1" dirty="0">
                <a:solidFill>
                  <a:srgbClr val="FFFFFF"/>
                </a:solidFill>
                <a:latin typeface="Arial" pitchFamily="34" charset="0"/>
                <a:ea typeface="Arial" pitchFamily="34" charset="-122"/>
                <a:cs typeface="Arial" pitchFamily="34" charset="-120"/>
              </a:rPr>
              <a:t>Kuzenlerin kaç yaşında?</a:t>
            </a:r>
            <a:endParaRPr lang="en-US" sz="1700" dirty="0"/>
          </a:p>
          <a:p>
            <a:pPr marL="0" indent="0" algn="ctr">
              <a:buNone/>
            </a:pPr>
            <a:endParaRPr lang="en-US" sz="1700" dirty="0"/>
          </a:p>
          <a:p>
            <a:pPr marL="0" indent="0" algn="ctr">
              <a:buNone/>
            </a:pPr>
            <a:r>
              <a:rPr lang="tr-TR" sz="1700" i="1" dirty="0">
                <a:solidFill>
                  <a:srgbClr val="FFFFFF"/>
                </a:solidFill>
                <a:latin typeface="Arial" pitchFamily="34" charset="0"/>
                <a:ea typeface="Arial" pitchFamily="34" charset="-122"/>
                <a:cs typeface="Arial" pitchFamily="34" charset="-120"/>
              </a:rPr>
              <a:t>Kuzenlerine </a:t>
            </a:r>
            <a:r>
              <a:rPr lang="en-US" sz="1700" i="1" dirty="0">
                <a:solidFill>
                  <a:srgbClr val="FFFFFF"/>
                </a:solidFill>
                <a:latin typeface="Arial" pitchFamily="34" charset="0"/>
                <a:ea typeface="Arial" pitchFamily="34" charset="-122"/>
                <a:cs typeface="Arial" pitchFamily="34" charset="-120"/>
              </a:rPr>
              <a:t>'Sen kaç yaşındasın?' diye sor.</a:t>
            </a:r>
            <a:endParaRPr lang="en-US" sz="1700" dirty="0"/>
          </a:p>
          <a:p>
            <a:pPr marL="0" indent="0" algn="ctr">
              <a:buNone/>
            </a:pPr>
            <a:r>
              <a:rPr lang="en-US" sz="1700" i="1" dirty="0">
                <a:solidFill>
                  <a:srgbClr val="FFFFFF"/>
                </a:solidFill>
                <a:latin typeface="Arial" pitchFamily="34" charset="0"/>
                <a:ea typeface="Arial" pitchFamily="34" charset="-122"/>
                <a:cs typeface="Arial" pitchFamily="34" charset="-120"/>
              </a:rPr>
              <a:t>Cevabını dinle. </a:t>
            </a:r>
            <a:endParaRPr lang="en-US" sz="1700" dirty="0"/>
          </a:p>
        </p:txBody>
      </p:sp>
      <p:pic>
        <p:nvPicPr>
          <p:cNvPr id="9" name="Emoji 9" descr="emoji"/>
          <p:cNvPicPr>
            <a:picLocks noChangeAspect="1"/>
          </p:cNvPicPr>
          <p:nvPr/>
        </p:nvPicPr>
        <p:blipFill>
          <a:blip r:embed="rId101"/>
          <a:stretch>
            <a:fillRect/>
          </a:stretch>
        </p:blipFill>
        <p:spPr>
          <a:xfrm>
            <a:off x="3144189" y="2530665"/>
            <a:ext cx="215900" cy="215900"/>
          </a:xfrm>
          <a:prstGeom prst="rect">
            <a:avLst/>
          </a:prstGeom>
        </p:spPr>
      </p:pic>
      <p:sp>
        <p:nvSpPr>
          <p:cNvPr id="6" name="Shape 4"/>
          <p:cNvSpPr/>
          <p:nvPr/>
        </p:nvSpPr>
        <p:spPr>
          <a:xfrm>
            <a:off x="1371600" y="3931920"/>
            <a:ext cx="6400800" cy="777240"/>
          </a:xfrm>
          <a:prstGeom prst="roundRect">
            <a:avLst>
              <a:gd name="adj" fmla="val 17647"/>
            </a:avLst>
          </a:prstGeom>
          <a:solidFill>
            <a:srgbClr val="F59E0B"/>
          </a:solidFill>
          <a:ln/>
          <a:effectLst>
            <a:outerShdw blurRad="101600" dist="38100" dir="2700000" algn="bl" rotWithShape="0">
              <a:srgbClr val="000000">
                <a:alpha val="15000"/>
              </a:srgbClr>
            </a:outerShdw>
          </a:effectLst>
        </p:spPr>
      </p:sp>
      <p:sp>
        <p:nvSpPr>
          <p:cNvPr id="7" name="Text 5"/>
          <p:cNvSpPr/>
          <p:nvPr/>
        </p:nvSpPr>
        <p:spPr>
          <a:xfrm>
            <a:off x="1554480" y="4005072"/>
            <a:ext cx="6035040" cy="640080"/>
          </a:xfrm>
          <a:prstGeom prst="rect">
            <a:avLst/>
          </a:prstGeom>
          <a:noFill/>
          <a:ln/>
        </p:spPr>
        <p:txBody>
          <a:bodyPr wrap="square" rtlCol="0" anchor="ctr"/>
          <a:lstStyle/>
          <a:p>
            <a:pPr marL="0" indent="0" algn="ctr">
              <a:buNone/>
            </a:pPr>
            <a:r>
              <a:rPr lang="tr-TR" sz="1500" b="1" dirty="0">
                <a:solidFill>
                  <a:srgbClr val="1A2E5A"/>
                </a:solidFill>
                <a:latin typeface="Arial" pitchFamily="34" charset="0"/>
                <a:ea typeface="Arial" pitchFamily="34" charset="-122"/>
                <a:cs typeface="Arial" pitchFamily="34" charset="-120"/>
              </a:rPr>
              <a:t>Onlara seslenirken </a:t>
            </a:r>
            <a:r>
              <a:rPr lang="en-US" sz="1500" b="1" dirty="0">
                <a:solidFill>
                  <a:srgbClr val="1A2E5A"/>
                </a:solidFill>
                <a:latin typeface="Arial" pitchFamily="34" charset="0"/>
                <a:ea typeface="Arial" pitchFamily="34" charset="-122"/>
                <a:cs typeface="Arial" pitchFamily="34" charset="-120"/>
              </a:rPr>
              <a:t>'Abi' </a:t>
            </a:r>
            <a:r>
              <a:rPr lang="tr-TR" sz="1500" b="1" dirty="0">
                <a:solidFill>
                  <a:srgbClr val="1A2E5A"/>
                </a:solidFill>
                <a:latin typeface="Arial" pitchFamily="34" charset="0"/>
                <a:ea typeface="Arial" pitchFamily="34" charset="-122"/>
                <a:cs typeface="Arial" pitchFamily="34" charset="-120"/>
              </a:rPr>
              <a:t>mi yoksa</a:t>
            </a:r>
            <a:r>
              <a:rPr lang="en-US" sz="1500" b="1" dirty="0">
                <a:solidFill>
                  <a:srgbClr val="1A2E5A"/>
                </a:solidFill>
                <a:latin typeface="Arial" pitchFamily="34" charset="0"/>
                <a:ea typeface="Arial" pitchFamily="34" charset="-122"/>
                <a:cs typeface="Arial" pitchFamily="34" charset="-120"/>
              </a:rPr>
              <a:t> 'Abla' </a:t>
            </a:r>
            <a:r>
              <a:rPr lang="tr-TR" sz="1500" b="1" dirty="0">
                <a:solidFill>
                  <a:srgbClr val="1A2E5A"/>
                </a:solidFill>
                <a:latin typeface="Arial" pitchFamily="34" charset="0"/>
                <a:ea typeface="Arial" pitchFamily="34" charset="-122"/>
                <a:cs typeface="Arial" pitchFamily="34" charset="-120"/>
              </a:rPr>
              <a:t>mı diyeceksin? Veya ismiyle mi hitap edeceksin?</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A2E5A"/>
        </a:solidFill>
        <a:effectLst/>
      </p:bgPr>
    </p:bg>
    <p:spTree>
      <p:nvGrpSpPr>
        <p:cNvPr id="1" name=""/>
        <p:cNvGrpSpPr/>
        <p:nvPr/>
      </p:nvGrpSpPr>
      <p:grpSpPr>
        <a:xfrm>
          <a:off x="0" y="0"/>
          <a:ext cx="0" cy="0"/>
          <a:chOff x="0" y="0"/>
          <a:chExt cx="0" cy="0"/>
        </a:xfrm>
      </p:grpSpPr>
      <p:sp>
        <p:nvSpPr>
          <p:cNvPr id="2" name="Text 0"/>
          <p:cNvSpPr/>
          <p:nvPr/>
        </p:nvSpPr>
        <p:spPr>
          <a:xfrm>
            <a:off x="182880" y="274320"/>
            <a:ext cx="731520" cy="731520"/>
          </a:xfrm>
          <a:prstGeom prst="rect">
            <a:avLst/>
          </a:prstGeom>
          <a:noFill/>
          <a:ln/>
        </p:spPr>
        <p:txBody>
          <a:bodyPr wrap="square" rtlCol="0" anchor="ctr"/>
          <a:lstStyle/>
          <a:p>
            <a:pPr marL="0" indent="0" algn="ctr">
              <a:buNone/>
            </a:pPr>
            <a:r>
              <a:rPr lang="en-US" sz="2800" dirty="0">
                <a:solidFill>
                  <a:srgbClr val="000000"/>
                </a:solidFill>
              </a:rPr>
              <a:t xml:space="preserve">    </a:t>
            </a:r>
            <a:endParaRPr lang="en-US" sz="2800" dirty="0"/>
          </a:p>
        </p:txBody>
      </p:sp>
      <p:pic>
        <p:nvPicPr>
          <p:cNvPr id="17" name="Emoji 17" descr="emoji"/>
          <p:cNvPicPr>
            <a:picLocks noChangeAspect="1"/>
          </p:cNvPicPr>
          <p:nvPr/>
        </p:nvPicPr>
        <p:blipFill>
          <a:blip r:embed="rId100"/>
          <a:stretch>
            <a:fillRect/>
          </a:stretch>
        </p:blipFill>
        <p:spPr>
          <a:xfrm>
            <a:off x="370840" y="462280"/>
            <a:ext cx="355600" cy="355600"/>
          </a:xfrm>
          <a:prstGeom prst="rect">
            <a:avLst/>
          </a:prstGeom>
        </p:spPr>
      </p:pic>
      <p:sp>
        <p:nvSpPr>
          <p:cNvPr id="3" name="Text 1"/>
          <p:cNvSpPr/>
          <p:nvPr/>
        </p:nvSpPr>
        <p:spPr>
          <a:xfrm>
            <a:off x="8229600" y="365760"/>
            <a:ext cx="731520" cy="731520"/>
          </a:xfrm>
          <a:prstGeom prst="rect">
            <a:avLst/>
          </a:prstGeom>
          <a:noFill/>
          <a:ln/>
        </p:spPr>
        <p:txBody>
          <a:bodyPr wrap="square" rtlCol="0" anchor="ctr"/>
          <a:lstStyle/>
          <a:p>
            <a:pPr marL="0" indent="0" algn="ctr">
              <a:buNone/>
            </a:pPr>
            <a:r>
              <a:rPr lang="en-US" sz="2200" dirty="0">
                <a:solidFill>
                  <a:srgbClr val="000000"/>
                </a:solidFill>
              </a:rPr>
              <a:t xml:space="preserve">    </a:t>
            </a:r>
            <a:endParaRPr lang="en-US" sz="2200" dirty="0"/>
          </a:p>
        </p:txBody>
      </p:sp>
      <p:pic>
        <p:nvPicPr>
          <p:cNvPr id="18" name="Emoji 18" descr="emoji"/>
          <p:cNvPicPr>
            <a:picLocks noChangeAspect="1"/>
          </p:cNvPicPr>
          <p:nvPr/>
        </p:nvPicPr>
        <p:blipFill>
          <a:blip r:embed="rId100"/>
          <a:stretch>
            <a:fillRect/>
          </a:stretch>
        </p:blipFill>
        <p:spPr>
          <a:xfrm>
            <a:off x="8455660" y="591820"/>
            <a:ext cx="279400" cy="279400"/>
          </a:xfrm>
          <a:prstGeom prst="rect">
            <a:avLst/>
          </a:prstGeom>
        </p:spPr>
      </p:pic>
      <p:sp>
        <p:nvSpPr>
          <p:cNvPr id="4" name="Text 2"/>
          <p:cNvSpPr/>
          <p:nvPr/>
        </p:nvSpPr>
        <p:spPr>
          <a:xfrm>
            <a:off x="457200" y="4114800"/>
            <a:ext cx="731520" cy="731520"/>
          </a:xfrm>
          <a:prstGeom prst="rect">
            <a:avLst/>
          </a:prstGeom>
          <a:noFill/>
          <a:ln/>
        </p:spPr>
        <p:txBody>
          <a:bodyPr wrap="square" rtlCol="0" anchor="ctr"/>
          <a:lstStyle/>
          <a:p>
            <a:pPr marL="0" indent="0" algn="ctr">
              <a:buNone/>
            </a:pPr>
            <a:r>
              <a:rPr lang="en-US" sz="2000" dirty="0">
                <a:solidFill>
                  <a:srgbClr val="000000"/>
                </a:solidFill>
              </a:rPr>
              <a:t xml:space="preserve">    </a:t>
            </a:r>
            <a:endParaRPr lang="en-US" sz="2000" dirty="0"/>
          </a:p>
        </p:txBody>
      </p:sp>
      <p:pic>
        <p:nvPicPr>
          <p:cNvPr id="19" name="Emoji 19" descr="emoji"/>
          <p:cNvPicPr>
            <a:picLocks noChangeAspect="1"/>
          </p:cNvPicPr>
          <p:nvPr/>
        </p:nvPicPr>
        <p:blipFill>
          <a:blip r:embed="rId101"/>
          <a:stretch>
            <a:fillRect/>
          </a:stretch>
        </p:blipFill>
        <p:spPr>
          <a:xfrm>
            <a:off x="695960" y="4353560"/>
            <a:ext cx="254000" cy="254000"/>
          </a:xfrm>
          <a:prstGeom prst="rect">
            <a:avLst/>
          </a:prstGeom>
        </p:spPr>
      </p:pic>
      <p:sp>
        <p:nvSpPr>
          <p:cNvPr id="5" name="Text 3"/>
          <p:cNvSpPr/>
          <p:nvPr/>
        </p:nvSpPr>
        <p:spPr>
          <a:xfrm>
            <a:off x="8046720" y="4206240"/>
            <a:ext cx="731520" cy="731520"/>
          </a:xfrm>
          <a:prstGeom prst="rect">
            <a:avLst/>
          </a:prstGeom>
          <a:noFill/>
          <a:ln/>
        </p:spPr>
        <p:txBody>
          <a:bodyPr wrap="square" rtlCol="0" anchor="ctr"/>
          <a:lstStyle/>
          <a:p>
            <a:pPr marL="0" indent="0" algn="ctr">
              <a:buNone/>
            </a:pPr>
            <a:r>
              <a:rPr lang="en-US" sz="1800" dirty="0">
                <a:solidFill>
                  <a:srgbClr val="000000"/>
                </a:solidFill>
              </a:rPr>
              <a:t xml:space="preserve">    </a:t>
            </a:r>
            <a:endParaRPr lang="en-US" sz="1800" dirty="0"/>
          </a:p>
        </p:txBody>
      </p:sp>
      <p:pic>
        <p:nvPicPr>
          <p:cNvPr id="20" name="Emoji 20" descr="emoji"/>
          <p:cNvPicPr>
            <a:picLocks noChangeAspect="1"/>
          </p:cNvPicPr>
          <p:nvPr/>
        </p:nvPicPr>
        <p:blipFill>
          <a:blip r:embed="rId101"/>
          <a:stretch>
            <a:fillRect/>
          </a:stretch>
        </p:blipFill>
        <p:spPr>
          <a:xfrm>
            <a:off x="8298180" y="4457700"/>
            <a:ext cx="228600" cy="228600"/>
          </a:xfrm>
          <a:prstGeom prst="rect">
            <a:avLst/>
          </a:prstGeom>
        </p:spPr>
      </p:pic>
      <p:sp>
        <p:nvSpPr>
          <p:cNvPr id="6" name="Text 4"/>
          <p:cNvSpPr/>
          <p:nvPr/>
        </p:nvSpPr>
        <p:spPr>
          <a:xfrm>
            <a:off x="3749040" y="365760"/>
            <a:ext cx="1645920" cy="1280160"/>
          </a:xfrm>
          <a:prstGeom prst="rect">
            <a:avLst/>
          </a:prstGeom>
          <a:noFill/>
          <a:ln/>
        </p:spPr>
        <p:txBody>
          <a:bodyPr wrap="square" rtlCol="0" anchor="ctr"/>
          <a:lstStyle/>
          <a:p>
            <a:pPr marL="0" indent="0" algn="ctr">
              <a:buNone/>
            </a:pPr>
            <a:r>
              <a:rPr lang="en-US" sz="5200" dirty="0">
                <a:solidFill>
                  <a:srgbClr val="000000"/>
                </a:solidFill>
              </a:rPr>
              <a:t xml:space="preserve">    </a:t>
            </a:r>
            <a:endParaRPr lang="en-US" sz="5200" dirty="0"/>
          </a:p>
        </p:txBody>
      </p:sp>
      <p:pic>
        <p:nvPicPr>
          <p:cNvPr id="21" name="Emoji 21" descr="emoji"/>
          <p:cNvPicPr>
            <a:picLocks noChangeAspect="1"/>
          </p:cNvPicPr>
          <p:nvPr/>
        </p:nvPicPr>
        <p:blipFill>
          <a:blip r:embed="rId102"/>
          <a:stretch>
            <a:fillRect/>
          </a:stretch>
        </p:blipFill>
        <p:spPr>
          <a:xfrm>
            <a:off x="4241800" y="675640"/>
            <a:ext cx="660400" cy="660400"/>
          </a:xfrm>
          <a:prstGeom prst="rect">
            <a:avLst/>
          </a:prstGeom>
        </p:spPr>
      </p:pic>
      <p:sp>
        <p:nvSpPr>
          <p:cNvPr id="7" name="Text 5"/>
          <p:cNvSpPr/>
          <p:nvPr/>
        </p:nvSpPr>
        <p:spPr>
          <a:xfrm>
            <a:off x="457200" y="1737360"/>
            <a:ext cx="8229600" cy="914400"/>
          </a:xfrm>
          <a:prstGeom prst="rect">
            <a:avLst/>
          </a:prstGeom>
          <a:noFill/>
          <a:ln/>
        </p:spPr>
        <p:txBody>
          <a:bodyPr wrap="square" rtlCol="0" anchor="ctr"/>
          <a:lstStyle/>
          <a:p>
            <a:pPr marL="0" indent="0" algn="ctr">
              <a:buNone/>
            </a:pPr>
            <a:r>
              <a:rPr lang="en-US" sz="4200" b="1" dirty="0">
                <a:solidFill>
                  <a:srgbClr val="FBBF24"/>
                </a:solidFill>
                <a:latin typeface="Arial" pitchFamily="34" charset="0"/>
                <a:ea typeface="Arial" pitchFamily="34" charset="-122"/>
                <a:cs typeface="Arial" pitchFamily="34" charset="-120"/>
              </a:rPr>
              <a:t>GÖREV TAMAMLANDI!</a:t>
            </a:r>
            <a:endParaRPr lang="en-US" sz="4200" dirty="0"/>
          </a:p>
        </p:txBody>
      </p:sp>
      <p:sp>
        <p:nvSpPr>
          <p:cNvPr id="8" name="Shape 6"/>
          <p:cNvSpPr/>
          <p:nvPr/>
        </p:nvSpPr>
        <p:spPr>
          <a:xfrm>
            <a:off x="1005840" y="2834640"/>
            <a:ext cx="3383280" cy="594360"/>
          </a:xfrm>
          <a:prstGeom prst="roundRect">
            <a:avLst>
              <a:gd name="adj" fmla="val 18462"/>
            </a:avLst>
          </a:prstGeom>
          <a:solidFill>
            <a:srgbClr val="2563EB"/>
          </a:solidFill>
          <a:ln/>
        </p:spPr>
      </p:sp>
      <p:sp>
        <p:nvSpPr>
          <p:cNvPr id="9" name="Text 7"/>
          <p:cNvSpPr/>
          <p:nvPr/>
        </p:nvSpPr>
        <p:spPr>
          <a:xfrm>
            <a:off x="1005840" y="2834640"/>
            <a:ext cx="3383280" cy="5943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1-20 Sayılar</a:t>
            </a:r>
            <a:endParaRPr lang="en-US" sz="1400" dirty="0"/>
          </a:p>
        </p:txBody>
      </p:sp>
      <p:sp>
        <p:nvSpPr>
          <p:cNvPr id="10" name="Shape 8"/>
          <p:cNvSpPr/>
          <p:nvPr/>
        </p:nvSpPr>
        <p:spPr>
          <a:xfrm>
            <a:off x="4663440" y="2834640"/>
            <a:ext cx="3383280" cy="594360"/>
          </a:xfrm>
          <a:prstGeom prst="roundRect">
            <a:avLst>
              <a:gd name="adj" fmla="val 18462"/>
            </a:avLst>
          </a:prstGeom>
          <a:solidFill>
            <a:srgbClr val="F97316"/>
          </a:solidFill>
          <a:ln/>
        </p:spPr>
      </p:sp>
      <p:sp>
        <p:nvSpPr>
          <p:cNvPr id="11" name="Text 9"/>
          <p:cNvSpPr/>
          <p:nvPr/>
        </p:nvSpPr>
        <p:spPr>
          <a:xfrm>
            <a:off x="4663440" y="2834640"/>
            <a:ext cx="3383280" cy="5943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Kaç yaşındasın?</a:t>
            </a:r>
            <a:endParaRPr lang="en-US" sz="1400" dirty="0"/>
          </a:p>
        </p:txBody>
      </p:sp>
      <p:sp>
        <p:nvSpPr>
          <p:cNvPr id="12" name="Shape 10"/>
          <p:cNvSpPr/>
          <p:nvPr/>
        </p:nvSpPr>
        <p:spPr>
          <a:xfrm>
            <a:off x="1005840" y="3611880"/>
            <a:ext cx="3383280" cy="594360"/>
          </a:xfrm>
          <a:prstGeom prst="roundRect">
            <a:avLst>
              <a:gd name="adj" fmla="val 18462"/>
            </a:avLst>
          </a:prstGeom>
          <a:solidFill>
            <a:srgbClr val="16A34A"/>
          </a:solidFill>
          <a:ln/>
        </p:spPr>
      </p:sp>
      <p:sp>
        <p:nvSpPr>
          <p:cNvPr id="13" name="Text 11"/>
          <p:cNvSpPr/>
          <p:nvPr/>
        </p:nvSpPr>
        <p:spPr>
          <a:xfrm>
            <a:off x="1005840" y="3611880"/>
            <a:ext cx="3383280" cy="5943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Ben on üç yaşındayım</a:t>
            </a:r>
            <a:endParaRPr lang="en-US" sz="1400" dirty="0"/>
          </a:p>
        </p:txBody>
      </p:sp>
      <p:sp>
        <p:nvSpPr>
          <p:cNvPr id="14" name="Shape 12"/>
          <p:cNvSpPr/>
          <p:nvPr/>
        </p:nvSpPr>
        <p:spPr>
          <a:xfrm>
            <a:off x="4663440" y="3611880"/>
            <a:ext cx="3383280" cy="594360"/>
          </a:xfrm>
          <a:prstGeom prst="roundRect">
            <a:avLst>
              <a:gd name="adj" fmla="val 18462"/>
            </a:avLst>
          </a:prstGeom>
          <a:solidFill>
            <a:srgbClr val="7C3AED"/>
          </a:solidFill>
          <a:ln/>
        </p:spPr>
      </p:sp>
      <p:sp>
        <p:nvSpPr>
          <p:cNvPr id="15" name="Text 13"/>
          <p:cNvSpPr/>
          <p:nvPr/>
        </p:nvSpPr>
        <p:spPr>
          <a:xfrm>
            <a:off x="4663440" y="3611880"/>
            <a:ext cx="3383280" cy="59436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İyi ki doğdun!</a:t>
            </a:r>
            <a:endParaRPr lang="en-US" sz="1400" dirty="0"/>
          </a:p>
        </p:txBody>
      </p:sp>
      <p:sp>
        <p:nvSpPr>
          <p:cNvPr id="16" name="Text 14"/>
          <p:cNvSpPr/>
          <p:nvPr/>
        </p:nvSpPr>
        <p:spPr>
          <a:xfrm>
            <a:off x="914400" y="4526280"/>
            <a:ext cx="7315200" cy="457200"/>
          </a:xfrm>
          <a:prstGeom prst="rect">
            <a:avLst/>
          </a:prstGeom>
          <a:noFill/>
          <a:ln/>
        </p:spPr>
        <p:txBody>
          <a:bodyPr wrap="square" rtlCol="0" anchor="ctr"/>
          <a:lstStyle/>
          <a:p>
            <a:pPr marL="0" indent="0" algn="ctr">
              <a:buNone/>
            </a:pPr>
            <a:r>
              <a:rPr lang="en-US" sz="1600" i="1" dirty="0">
                <a:solidFill>
                  <a:srgbClr val="FFFFFF"/>
                </a:solidFill>
                <a:latin typeface="Arial" pitchFamily="34" charset="0"/>
                <a:ea typeface="Arial" pitchFamily="34" charset="-122"/>
                <a:cs typeface="Arial" pitchFamily="34" charset="-120"/>
              </a:rPr>
              <a:t xml:space="preserve">Bir sonraki görevde görüşürüz, hoşça kal!     </a:t>
            </a:r>
            <a:endParaRPr lang="en-US" sz="1600" dirty="0"/>
          </a:p>
        </p:txBody>
      </p:sp>
      <p:pic>
        <p:nvPicPr>
          <p:cNvPr id="22" name="Emoji 22" descr="emoji"/>
          <p:cNvPicPr>
            <a:picLocks noChangeAspect="1"/>
          </p:cNvPicPr>
          <p:nvPr/>
        </p:nvPicPr>
        <p:blipFill>
          <a:blip r:embed="rId103"/>
          <a:stretch>
            <a:fillRect/>
          </a:stretch>
        </p:blipFill>
        <p:spPr>
          <a:xfrm>
            <a:off x="6367868" y="4653280"/>
            <a:ext cx="203200" cy="203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Bugünkü Görevimiz">
    <p:bg>
      <p:bgPr>
        <a:solidFill>
          <a:srgbClr val="F8FAFC"/>
        </a:solidFill>
        <a:effectLst/>
      </p:bgPr>
    </p:bg>
    <p:spTree>
      <p:nvGrpSpPr>
        <p:cNvPr id="1" name=""/>
        <p:cNvGrpSpPr/>
        <p:nvPr/>
      </p:nvGrpSpPr>
      <p:grpSpPr>
        <a:xfrm>
          <a:off x="0" y="0"/>
          <a:ext cx="0" cy="0"/>
          <a:chOff x="0" y="0"/>
          <a:chExt cx="0" cy="0"/>
        </a:xfrm>
      </p:grpSpPr>
      <p:sp>
        <p:nvSpPr>
          <p:cNvPr id="2" name="Shape 2"/>
          <p:cNvSpPr/>
          <p:nvPr/>
        </p:nvSpPr>
        <p:spPr>
          <a:xfrm>
            <a:off x="0" y="0"/>
            <a:ext cx="9144000" cy="914400"/>
          </a:xfrm>
          <a:prstGeom prst="rect">
            <a:avLst/>
          </a:prstGeom>
          <a:solidFill>
            <a:srgbClr val="1A2E5A"/>
          </a:solidFill>
          <a:ln/>
        </p:spPr>
      </p:sp>
      <p:sp>
        <p:nvSpPr>
          <p:cNvPr id="3" name="Text 3"/>
          <p:cNvSpPr txBox="1"/>
          <p:nvPr/>
        </p:nvSpPr>
        <p:spPr>
          <a:xfrm>
            <a:off x="274320" y="91440"/>
            <a:ext cx="8595360" cy="731520"/>
          </a:xfrm>
          <a:prstGeom prst="rect">
            <a:avLst/>
          </a:prstGeom>
          <a:noFill/>
          <a:ln/>
        </p:spPr>
        <p:txBody>
          <a:bodyPr wrap="square" rtlCol="0" anchor="ctr"/>
          <a:lstStyle/>
          <a:p>
            <a:pPr marL="0" indent="0" algn="ctr">
              <a:buNone/>
            </a:pPr>
            <a:r>
              <a:rPr lang="tr-TR" sz="3600" b="1" dirty="0">
                <a:solidFill>
                  <a:srgbClr val="FBBF24"/>
                </a:solidFill>
                <a:latin typeface="Arial" pitchFamily="34" charset="0"/>
                <a:ea typeface="Arial" pitchFamily="34" charset="-122"/>
                <a:cs typeface="Arial" pitchFamily="34" charset="-120"/>
              </a:rPr>
              <a:t xml:space="preserve">BUGÜNKÜ GÖREVİMİZ</a:t>
            </a:r>
          </a:p>
        </p:txBody>
      </p:sp>
      <p:sp>
        <p:nvSpPr>
          <p:cNvPr id="4" name="Text 4"/>
          <p:cNvSpPr txBox="1"/>
          <p:nvPr/>
        </p:nvSpPr>
        <p:spPr>
          <a:xfrm>
            <a:off x="274320" y="960120"/>
            <a:ext cx="8595360" cy="228600"/>
          </a:xfrm>
          <a:prstGeom prst="rect">
            <a:avLst/>
          </a:prstGeom>
          <a:noFill/>
          <a:ln/>
        </p:spPr>
        <p:txBody>
          <a:bodyPr wrap="square" rtlCol="0" anchor="ctr"/>
          <a:lstStyle/>
          <a:p>
            <a:pPr marL="0" indent="0" algn="r">
              <a:buNone/>
            </a:pPr>
            <a:r>
              <a:rPr lang="tr-TR" sz="1000" dirty="0">
                <a:solidFill>
                  <a:srgbClr val="94A3B8"/>
                </a:solidFill>
                <a:latin typeface="Arial" pitchFamily="34" charset="0"/>
                <a:ea typeface="Arial" pitchFamily="34" charset="-122"/>
                <a:cs typeface="Arial" pitchFamily="34" charset="-120"/>
              </a:rPr>
              <a:t xml:space="preserve">2026 TTKD Öğretim Programı — 2. Seviye: 1B1, 1B2, 1B3; 3. Seviye: 1A2, 1B2, 3A5</a:t>
            </a:r>
          </a:p>
        </p:txBody>
      </p:sp>
      <p:sp>
        <p:nvSpPr>
          <p:cNvPr id="5" name="Shape 5"/>
          <p:cNvSpPr/>
          <p:nvPr/>
        </p:nvSpPr>
        <p:spPr>
          <a:xfrm>
            <a:off x="502920" y="1280160"/>
            <a:ext cx="8138160" cy="685800"/>
          </a:xfrm>
          <a:prstGeom prst="roundRect">
            <a:avLst>
              <a:gd name="adj" fmla="val 16667"/>
            </a:avLst>
          </a:prstGeom>
          <a:solidFill>
            <a:srgbClr val="DBEAFE"/>
          </a:solidFill>
          <a:ln/>
          <a:effectLst>
            <a:outerShdw blurRad="101600" dist="38100" dir="2700000" algn="bl" rotWithShape="0">
              <a:srgbClr val="000000">
                <a:alpha val="15000"/>
              </a:srgbClr>
            </a:outerShdw>
          </a:effectLst>
        </p:spPr>
      </p:sp>
      <p:sp>
        <p:nvSpPr>
          <p:cNvPr id="6" name="Text 6"/>
          <p:cNvSpPr txBox="1"/>
          <p:nvPr/>
        </p:nvSpPr>
        <p:spPr>
          <a:xfrm>
            <a:off x="685800" y="1280160"/>
            <a:ext cx="731520" cy="685800"/>
          </a:xfrm>
          <a:prstGeom prst="rect">
            <a:avLst/>
          </a:prstGeom>
          <a:noFill/>
          <a:ln/>
        </p:spPr>
        <p:txBody>
          <a:bodyPr wrap="square" rtlCol="0" anchor="ctr"/>
          <a:lstStyle/>
          <a:p>
            <a:pPr marL="0" indent="0" algn="ctr">
              <a:buNone/>
            </a:pPr>
            <a:r>
              <a:rPr lang="tr-TR" sz="3000" dirty="0">
                <a:solidFill>
                  <a:srgbClr val="000000"/>
                </a:solidFill>
                <a:latin typeface="Arial" pitchFamily="34" charset="0"/>
                <a:ea typeface="Arial" pitchFamily="34" charset="-122"/>
                <a:cs typeface="Arial" pitchFamily="34" charset="-120"/>
              </a:rPr>
              <a:t xml:space="preserve">    </a:t>
            </a:r>
          </a:p>
        </p:txBody>
      </p:sp>
      <p:pic>
        <p:nvPicPr>
          <p:cNvPr id="16" name="Emoji 16" descr="emoji"/>
          <p:cNvPicPr>
            <a:picLocks noChangeAspect="1"/>
          </p:cNvPicPr>
          <p:nvPr/>
        </p:nvPicPr>
        <p:blipFill>
          <a:blip r:embed="rId100"/>
          <a:stretch>
            <a:fillRect/>
          </a:stretch>
        </p:blipFill>
        <p:spPr>
          <a:xfrm>
            <a:off x="861060" y="1432560"/>
            <a:ext cx="381000" cy="381000"/>
          </a:xfrm>
          <a:prstGeom prst="rect">
            <a:avLst/>
          </a:prstGeom>
        </p:spPr>
      </p:pic>
      <p:sp>
        <p:nvSpPr>
          <p:cNvPr id="7" name="Text 7"/>
          <p:cNvSpPr txBox="1"/>
          <p:nvPr/>
        </p:nvSpPr>
        <p:spPr>
          <a:xfrm>
            <a:off x="1508760" y="1280160"/>
            <a:ext cx="6949440" cy="685800"/>
          </a:xfrm>
          <a:prstGeom prst="rect">
            <a:avLst/>
          </a:prstGeom>
          <a:noFill/>
          <a:ln/>
        </p:spPr>
        <p:txBody>
          <a:bodyPr wrap="square" rtlCol="0" anchor="ctr"/>
          <a:lstStyle/>
          <a:p>
            <a:pPr marL="0" indent="0" algn="l">
              <a:buNone/>
            </a:pPr>
            <a:r>
              <a:rPr lang="tr-TR" sz="2000" b="1" dirty="0">
                <a:solidFill>
                  <a:srgbClr val="1E293B"/>
                </a:solidFill>
                <a:latin typeface="Arial" pitchFamily="34" charset="0"/>
                <a:ea typeface="Arial" pitchFamily="34" charset="-122"/>
                <a:cs typeface="Arial" pitchFamily="34" charset="-120"/>
              </a:rPr>
              <a:t xml:space="preserve">1. 1'den 20'ye kadar saymayı öğreneceğiz</a:t>
            </a:r>
          </a:p>
        </p:txBody>
      </p:sp>
      <p:sp>
        <p:nvSpPr>
          <p:cNvPr id="8" name="Shape 8"/>
          <p:cNvSpPr/>
          <p:nvPr/>
        </p:nvSpPr>
        <p:spPr>
          <a:xfrm>
            <a:off x="502920" y="2121408"/>
            <a:ext cx="8138160" cy="685800"/>
          </a:xfrm>
          <a:prstGeom prst="roundRect">
            <a:avLst>
              <a:gd name="adj" fmla="val 16667"/>
            </a:avLst>
          </a:prstGeom>
          <a:solidFill>
            <a:srgbClr val="DCFCE7"/>
          </a:solidFill>
          <a:ln/>
          <a:effectLst>
            <a:outerShdw blurRad="101600" dist="38100" dir="2700000" algn="bl" rotWithShape="0">
              <a:srgbClr val="000000">
                <a:alpha val="15000"/>
              </a:srgbClr>
            </a:outerShdw>
          </a:effectLst>
        </p:spPr>
      </p:sp>
      <p:sp>
        <p:nvSpPr>
          <p:cNvPr id="9" name="Text 9"/>
          <p:cNvSpPr txBox="1"/>
          <p:nvPr/>
        </p:nvSpPr>
        <p:spPr>
          <a:xfrm>
            <a:off x="685800" y="2121408"/>
            <a:ext cx="731520" cy="685800"/>
          </a:xfrm>
          <a:prstGeom prst="rect">
            <a:avLst/>
          </a:prstGeom>
          <a:noFill/>
          <a:ln/>
        </p:spPr>
        <p:txBody>
          <a:bodyPr wrap="square" rtlCol="0" anchor="ctr"/>
          <a:lstStyle/>
          <a:p>
            <a:pPr marL="0" indent="0" algn="ctr">
              <a:buNone/>
            </a:pPr>
            <a:r>
              <a:rPr lang="tr-TR" sz="3000" dirty="0">
                <a:solidFill>
                  <a:srgbClr val="000000"/>
                </a:solidFill>
                <a:latin typeface="Arial" pitchFamily="34" charset="0"/>
                <a:ea typeface="Arial" pitchFamily="34" charset="-122"/>
                <a:cs typeface="Arial" pitchFamily="34" charset="-120"/>
              </a:rPr>
              <a:t xml:space="preserve">    </a:t>
            </a:r>
          </a:p>
        </p:txBody>
      </p:sp>
      <p:pic>
        <p:nvPicPr>
          <p:cNvPr id="17" name="Emoji 17" descr="emoji"/>
          <p:cNvPicPr>
            <a:picLocks noChangeAspect="1"/>
          </p:cNvPicPr>
          <p:nvPr/>
        </p:nvPicPr>
        <p:blipFill>
          <a:blip r:embed="rId101"/>
          <a:stretch>
            <a:fillRect/>
          </a:stretch>
        </p:blipFill>
        <p:spPr>
          <a:xfrm>
            <a:off x="861060" y="2273808"/>
            <a:ext cx="381000" cy="381000"/>
          </a:xfrm>
          <a:prstGeom prst="rect">
            <a:avLst/>
          </a:prstGeom>
        </p:spPr>
      </p:pic>
      <p:sp>
        <p:nvSpPr>
          <p:cNvPr id="10" name="Text 10"/>
          <p:cNvSpPr txBox="1"/>
          <p:nvPr/>
        </p:nvSpPr>
        <p:spPr>
          <a:xfrm>
            <a:off x="1508760" y="2121408"/>
            <a:ext cx="6949440" cy="685800"/>
          </a:xfrm>
          <a:prstGeom prst="rect">
            <a:avLst/>
          </a:prstGeom>
          <a:noFill/>
          <a:ln/>
        </p:spPr>
        <p:txBody>
          <a:bodyPr wrap="square" rtlCol="0" anchor="ctr"/>
          <a:lstStyle/>
          <a:p>
            <a:pPr marL="0" indent="0" algn="l">
              <a:buNone/>
            </a:pPr>
            <a:r>
              <a:rPr lang="tr-TR" sz="2000" b="1" dirty="0">
                <a:solidFill>
                  <a:srgbClr val="1E293B"/>
                </a:solidFill>
                <a:latin typeface="Arial" pitchFamily="34" charset="0"/>
                <a:ea typeface="Arial" pitchFamily="34" charset="-122"/>
                <a:cs typeface="Arial" pitchFamily="34" charset="-120"/>
              </a:rPr>
              <a:t xml:space="preserve">2. 'Kaç yaşındasın?' diye sorup yaşımızı söyleyeceğiz</a:t>
            </a:r>
          </a:p>
        </p:txBody>
      </p:sp>
      <p:sp>
        <p:nvSpPr>
          <p:cNvPr id="11" name="Shape 11"/>
          <p:cNvSpPr/>
          <p:nvPr/>
        </p:nvSpPr>
        <p:spPr>
          <a:xfrm>
            <a:off x="502920" y="2962656"/>
            <a:ext cx="8138160" cy="685800"/>
          </a:xfrm>
          <a:prstGeom prst="roundRect">
            <a:avLst>
              <a:gd name="adj" fmla="val 16667"/>
            </a:avLst>
          </a:prstGeom>
          <a:solidFill>
            <a:srgbClr val="EDE9FE"/>
          </a:solidFill>
          <a:ln/>
          <a:effectLst>
            <a:outerShdw blurRad="101600" dist="38100" dir="2700000" algn="bl" rotWithShape="0">
              <a:srgbClr val="000000">
                <a:alpha val="15000"/>
              </a:srgbClr>
            </a:outerShdw>
          </a:effectLst>
        </p:spPr>
      </p:sp>
      <p:sp>
        <p:nvSpPr>
          <p:cNvPr id="12" name="Text 12"/>
          <p:cNvSpPr txBox="1"/>
          <p:nvPr/>
        </p:nvSpPr>
        <p:spPr>
          <a:xfrm>
            <a:off x="685800" y="2962656"/>
            <a:ext cx="731520" cy="685800"/>
          </a:xfrm>
          <a:prstGeom prst="rect">
            <a:avLst/>
          </a:prstGeom>
          <a:noFill/>
          <a:ln/>
        </p:spPr>
        <p:txBody>
          <a:bodyPr wrap="square" rtlCol="0" anchor="ctr"/>
          <a:lstStyle/>
          <a:p>
            <a:pPr marL="0" indent="0" algn="ctr">
              <a:buNone/>
            </a:pPr>
            <a:r>
              <a:rPr lang="tr-TR" sz="3000" dirty="0">
                <a:solidFill>
                  <a:srgbClr val="000000"/>
                </a:solidFill>
                <a:latin typeface="Arial" pitchFamily="34" charset="0"/>
                <a:ea typeface="Arial" pitchFamily="34" charset="-122"/>
                <a:cs typeface="Arial" pitchFamily="34" charset="-120"/>
              </a:rPr>
              <a:t xml:space="preserve">    </a:t>
            </a:r>
          </a:p>
        </p:txBody>
      </p:sp>
      <p:pic>
        <p:nvPicPr>
          <p:cNvPr id="18" name="Emoji 18" descr="emoji"/>
          <p:cNvPicPr>
            <a:picLocks noChangeAspect="1"/>
          </p:cNvPicPr>
          <p:nvPr/>
        </p:nvPicPr>
        <p:blipFill>
          <a:blip r:embed="rId102"/>
          <a:stretch>
            <a:fillRect/>
          </a:stretch>
        </p:blipFill>
        <p:spPr>
          <a:xfrm>
            <a:off x="861060" y="3115056"/>
            <a:ext cx="381000" cy="381000"/>
          </a:xfrm>
          <a:prstGeom prst="rect">
            <a:avLst/>
          </a:prstGeom>
        </p:spPr>
      </p:pic>
      <p:sp>
        <p:nvSpPr>
          <p:cNvPr id="13" name="Text 13"/>
          <p:cNvSpPr txBox="1"/>
          <p:nvPr/>
        </p:nvSpPr>
        <p:spPr>
          <a:xfrm>
            <a:off x="1508760" y="2962656"/>
            <a:ext cx="6949440" cy="685800"/>
          </a:xfrm>
          <a:prstGeom prst="rect">
            <a:avLst/>
          </a:prstGeom>
          <a:noFill/>
          <a:ln/>
        </p:spPr>
        <p:txBody>
          <a:bodyPr wrap="square" rtlCol="0" anchor="ctr"/>
          <a:lstStyle/>
          <a:p>
            <a:pPr marL="0" indent="0" algn="l">
              <a:buNone/>
            </a:pPr>
            <a:r>
              <a:rPr lang="tr-TR" sz="2000" b="1" dirty="0">
                <a:solidFill>
                  <a:srgbClr val="1E293B"/>
                </a:solidFill>
                <a:latin typeface="Arial" pitchFamily="34" charset="0"/>
                <a:ea typeface="Arial" pitchFamily="34" charset="-122"/>
                <a:cs typeface="Arial" pitchFamily="34" charset="-120"/>
              </a:rPr>
              <a:t xml:space="preserve">3. 'İyi ki doğdun!' diyerek doğum günü kutlayacağız</a:t>
            </a:r>
          </a:p>
        </p:txBody>
      </p:sp>
      <p:sp>
        <p:nvSpPr>
          <p:cNvPr id="14" name="Shape 14"/>
          <p:cNvSpPr/>
          <p:nvPr/>
        </p:nvSpPr>
        <p:spPr>
          <a:xfrm>
            <a:off x="2788920" y="3849624"/>
            <a:ext cx="3566160" cy="502920"/>
          </a:xfrm>
          <a:prstGeom prst="roundRect">
            <a:avLst>
              <a:gd name="adj" fmla="val 49091"/>
            </a:avLst>
          </a:prstGeom>
          <a:solidFill>
            <a:srgbClr val="DC2626"/>
          </a:solidFill>
          <a:ln/>
          <a:effectLst>
            <a:outerShdw blurRad="101600" dist="38100" dir="2700000" algn="bl" rotWithShape="0">
              <a:srgbClr val="000000">
                <a:alpha val="15000"/>
              </a:srgbClr>
            </a:outerShdw>
          </a:effectLst>
        </p:spPr>
      </p:sp>
      <p:sp>
        <p:nvSpPr>
          <p:cNvPr id="15" name="Text 15"/>
          <p:cNvSpPr txBox="1"/>
          <p:nvPr/>
        </p:nvSpPr>
        <p:spPr>
          <a:xfrm>
            <a:off x="2788920" y="3849624"/>
            <a:ext cx="3566160" cy="502920"/>
          </a:xfrm>
          <a:prstGeom prst="rect">
            <a:avLst/>
          </a:prstGeom>
          <a:noFill/>
          <a:ln/>
        </p:spPr>
        <p:txBody>
          <a:bodyPr wrap="square" rtlCol="0" anchor="ctr"/>
          <a:lstStyle/>
          <a:p>
            <a:pPr marL="0" indent="0" algn="ctr">
              <a:buNone/>
            </a:pPr>
            <a:r>
              <a:rPr lang="tr-TR" sz="1800" b="1" dirty="0">
                <a:solidFill>
                  <a:srgbClr val="FFFFFF"/>
                </a:solidFill>
                <a:latin typeface="Arial" pitchFamily="34" charset="0"/>
                <a:ea typeface="Arial" pitchFamily="34" charset="-122"/>
                <a:cs typeface="Arial" pitchFamily="34" charset="-120"/>
              </a:rPr>
              <a:t xml:space="preserve">      Hazır mısın?</a:t>
            </a:r>
          </a:p>
        </p:txBody>
      </p:sp>
      <p:pic>
        <p:nvPicPr>
          <p:cNvPr id="19" name="Emoji 19" descr="emoji"/>
          <p:cNvPicPr>
            <a:picLocks noChangeAspect="1"/>
          </p:cNvPicPr>
          <p:nvPr/>
        </p:nvPicPr>
        <p:blipFill>
          <a:blip r:embed="rId103"/>
          <a:stretch>
            <a:fillRect/>
          </a:stretch>
        </p:blipFill>
        <p:spPr>
          <a:xfrm>
            <a:off x="3714583" y="3986784"/>
            <a:ext cx="228600" cy="228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818</Words>
  <Application>Microsoft Office PowerPoint</Application>
  <PresentationFormat>Ekran Gösterisi (16:9)</PresentationFormat>
  <Paragraphs>151</Paragraphs>
  <Slides>11</Slides>
  <Notes>11</Notes>
  <HiddenSlides>0</HiddenSlides>
  <MMClips>0</MMClips>
  <ScaleCrop>false</ScaleCrop>
  <HeadingPairs>
    <vt:vector size="6" baseType="variant">
      <vt:variant>
        <vt:lpstr>Kullanılan Yazı Tipleri</vt:lpstr>
      </vt:variant>
      <vt:variant>
        <vt:i4>1</vt:i4>
      </vt:variant>
      <vt:variant>
        <vt:lpstr>Tema</vt:lpstr>
      </vt:variant>
      <vt:variant>
        <vt:i4>1</vt:i4>
      </vt:variant>
      <vt:variant>
        <vt:lpstr>Slayt Başlıkları</vt:lpstr>
      </vt:variant>
      <vt:variant>
        <vt:i4>11</vt:i4>
      </vt:variant>
    </vt:vector>
  </HeadingPairs>
  <TitlesOfParts>
    <vt:vector size="13" baseType="lpstr">
      <vt:lpstr>Arial</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Dil Dedektifi - A1 T1 D3 Yaş Gizemi</dc:title>
  <dc:subject>PptxGenJS Presentation</dc:subject>
  <dc:creator>PptxGenJS</dc:creator>
  <cp:lastModifiedBy>edibe yılmaz</cp:lastModifiedBy>
  <cp:revision>2</cp:revision>
  <dcterms:created xsi:type="dcterms:W3CDTF">2026-06-30T13:19:20Z</dcterms:created>
  <dcterms:modified xsi:type="dcterms:W3CDTF">2026-07-17T07:41:16Z</dcterms:modified>
</cp:coreProperties>
</file>