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E1AA31C-D4CF-80A6-CC7F-E68D38803244}" name="Esma TOKCAN TEKİN" initials="ET" userId="1ceecfee3c3f80c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416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Sınıfa enerjik girin! 'Merhaba Dil Dedektifleri!' diyerek başlayın. Öğrencilerin dikkatini çekmek için 'Görevimiz var!' tonuyla seslenin.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görevi okuyun ve öğrencilerden 'Tamam!' veya baş sallamalarını isteyin. 'Göreve hazır mısınız?' diye sorun.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düşünme zamanı verin. Hangi selamlamaları bildiklerini sorun. Bir sonraki slayta geçmeden önce cevaplarını dinleyin.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'Günaydın' kelimesini üç kez söyleyin, öğrenciler tekrar etsin. Parmağınızı her hece için kaldırın: Gü-nay-dın. Sabah sınıfa girdiğinizde 'Günaydın!' diyerek örnek olun.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kelimenin özel gücünü vurgulayın: sabah, öğlen, akşam, her zaman kullanılır! Öğrencilerle birlikte büyük sesle 'Merhaba!' diye bağırın.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Işıkları biraz kısın (varsa) veya perdeleri kapatın – akşam etkisi yaratmak için. Öğrencilere hayali bir akşam yemeği sahnesi canlandırın.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kartı gösterin ve birlikte söyleyin. Öğrencilere 'Şu an saat kaç? Hangisini kullanırsınız?' sorusunu sorun. İnteraktif bir tekrar yapın.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düşünme zamanı verin. Biri varsa İngilizce 'What is your name?' örneğini vererek köprü kurun.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Önce siz söyleyin: 'Benim adım [Öğretmen Adı]!' Sonra her öğrencinin kendi ismini söylemesini isteyin. Sınıfı dolaşın veya sırayla ekrana bakarak söyleyin.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Diyalogu canlandırın. Siz bir öğrenciye 'Senin adın ne?' sorun, öğrenci cevaplar. Sonra öğrenci sırasına geçin: öğrenci sizi soruyor olsun.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sıkışma hareketi yapın. Cümleyi hece hece söyleyin ve öğrenciler takip etsin. 3 kez tekrar ettirin - her seferinde biraz daha hızlı.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 Kişi A, öğrenciler Kişi B rolünde. Bir kez beraber okuyun. Sonra rolleri değiştirin. Mümkünse çiftler halinde yaptırın.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Ekrana el sallayın ve 'Görüşürüz!' deyin. Öğrencilere de el sallatın. 'Hoşça kal' ve 'Görüşürüz' arasındaki farkı açıklayın.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slaytı bir 'akış şeması' gibi gösterin. Bir öğrenciye veya hayali bir arkadaşa bütün konuşmayı baştan sona söyleyin.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Hareket yaparak gösterin: elini kalbine koy, hafifçe eğil. Öğrencilerin de bunu taklit etmesini sağlayın. Bu kültürel bir süper güç!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Öğrencilerin görev heyecanıyla ayrılmasını sağlayın. 'Bir sonraki görüşmede videolarınızı paylaşacağız!' diyebilirsiniz.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Tüm kelimeleri birlikte tekrar edin. Öğrencilere bugünkü başarıları için alkış. 'Görüşürüz!' diyerek el sallayın.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BB1D91-1C08-6D0E-4B9B-CE52C6816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4FCE126-C8F7-0101-518B-5F635A858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473A1A1-DE74-10E0-8DA9-2111ADD1D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89DBF16-F99C-0B3D-3F20-45758B890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0A1D113-4521-F5D5-7290-E659B7C2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29445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F33D63-611A-E35E-14F9-60A94C95F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2DA08B3-E633-5B67-DEA5-200CF7F56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9507C45-22C4-45EF-26E2-2D7D1E95D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EA07BF5-B63C-D2B4-B278-23A602DA6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7ADC084-71E6-69A1-E4BF-C6873A22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4850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117875C-B8A8-EF77-F9A6-4A5EB09E5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EF2EF08-2518-BBF1-399C-E990980B3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632DB00-5741-8CE0-083E-D60E051A6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F6AC5B8-BEAA-0B9D-6FD9-6F61BA6B9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5130AD2-B7E4-8E67-70B3-41A2CECCE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309676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0FBC614-E2E1-8731-CB6B-D09B60337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402428A-3CCA-C470-4802-FA2D1478F2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A5ED012-0BF3-80DD-97DC-B67667C90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6A30EB1-2FBA-9BE5-08C8-59FDE83F3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9AC91E9-F1C5-8377-30EF-A26215AD2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1D16414-0E34-44D9-3D81-BC45F5436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14693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3F31082-FF29-E0FD-5AF4-1F0A2D5A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A54DBD4-3989-FF64-1AD8-809140938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3354E18-0AB9-85F9-1DAF-947636F94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35721121-223A-ABCD-3FE7-419591535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6A81076-4618-62A4-C3F2-D3485240E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581B2CFA-9D8C-89CF-9A7C-CEB4E809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EAA2125B-D916-3460-BA80-119E15517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31F2BA1A-C208-A05B-3128-5DED8BCDF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97943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98EABA7-BCC9-A9E4-5C0E-A2872A59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6306BFDF-4A45-2384-F0D2-AE2A2423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F62A5CB-F96B-1C87-41AA-E2FE4BD4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4E85BD7-1F99-E401-A1CD-31C13B9F3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980697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1B5F3F28-0A23-0CAB-EE92-51841FCB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3D3D5F8-A6C5-107A-75F9-316B6998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0DB2622-C3CE-3C6A-A21B-BB005CDA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783039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BDAD39-50EA-D6DD-3893-924A90E33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180374A-8B9A-19CC-A5B1-7B597A456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C4FC772-25E5-9049-FDF9-A6963F1BF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EBEA8A5-CEAD-B0FB-F7E1-1FD596AD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3AA9483-B684-834B-C899-229C2227E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9D43D40-8085-00EE-CB1D-29BCA9D0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084255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CDA101-3FA6-1176-91B5-550F859B3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5EA377BB-737A-94E9-1391-D1F0EA03E7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179D7E2-E2CD-1A9E-62CA-4B03773DD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3CF5C50-EBF8-8407-164D-4F992FD87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A258CCB-D77A-411D-B372-5135F5185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31B96FE-F42E-ACBB-A592-2A450BDE5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47310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EE7DBA-6B37-EBB4-0E69-FD01B2F7A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E3FC0B0-5718-2645-21B2-63F24A5C6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9A19DAD-98D4-D983-CF1B-0EFBA9E23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23EBB6C-A031-D034-8FA6-2391B31F4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2E7F1CC-ED17-DB38-481E-0EE1C8FA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92819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2CEF60A2-1F3D-F9D3-2D07-18976ADB80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F5F527D-D8F3-5C54-EB48-10B399B13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65F596C-4C5C-994B-A558-2F6E48BB1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F2FC556-75AF-E5B5-B546-49DD5058F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B8E744-3489-D668-BFA0-A200187F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73413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941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A69F6EEC-19E0-1C82-C882-D9FB5677C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0E220F3-A4FD-36E4-3A5D-66CD96A19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FEDDA07-3D61-9769-820B-2CE294D265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B05E22-7648-4BDA-9241-FD755027528A}" type="datetimeFigureOut">
              <a:rPr lang="tr-TR" smtClean="0"/>
              <a:t>3.07.2026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6319733-B637-D950-E9A7-7502EB3FB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A948D38-00A9-920D-FD5F-B9FFF49A2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130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FBBF2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59436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🔍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DİL DEDEKTİFİ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TÜRKÇE VE TÜRK KÜLTÜRÜ ÖĞRENME MACERASI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926080" y="4023360"/>
            <a:ext cx="3291840" cy="594360"/>
          </a:xfrm>
          <a:prstGeom prst="roundRect">
            <a:avLst>
              <a:gd name="adj" fmla="val 23077"/>
            </a:avLst>
          </a:prstGeom>
          <a:solidFill>
            <a:srgbClr val="F9731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0" y="4069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Başlangıç Seviyesi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BUGÜNKÜ GÖREVİMİZ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DBEA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2893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08760" y="132588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800" b="1" dirty="0" err="1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Selamlaşmayı</a:t>
            </a:r>
            <a:r>
              <a:rPr lang="en-US" sz="18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öğreneceğiz</a:t>
            </a:r>
            <a:r>
              <a:rPr lang="en-US" sz="18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185416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DCFCE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2037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08760" y="224028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Tanışmayı</a:t>
            </a:r>
            <a:r>
              <a:rPr lang="en-US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öğreneceğiz</a:t>
            </a:r>
            <a:r>
              <a:rPr lang="en-US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EDE9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1181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08760" y="315468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'Tanıştığıma 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memnun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oldum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.' 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diyebileceğiz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FFEDD5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0325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508760" y="406908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tr-TR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Vedalaşmayı öğreneceğiz.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86200" y="3657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🤔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Günün farklı saatlerinde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nasıl selamlarsın?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834640"/>
            <a:ext cx="1828800" cy="192024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9260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🌅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840480" y="2834640"/>
            <a:ext cx="1828800" cy="192024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29260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☀️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840480" y="3840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Gündüz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766560" y="2834640"/>
            <a:ext cx="1828800" cy="192024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29260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🌙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766560" y="3840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Akşam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6656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FBBF2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🌅  SABAH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819461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Günaydın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7315200" cy="1005840"/>
          </a:xfrm>
          <a:prstGeom prst="roundRect">
            <a:avLst>
              <a:gd name="adj" fmla="val 13636"/>
            </a:avLst>
          </a:prstGeom>
          <a:solidFill>
            <a:srgbClr val="FFEDD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816352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🌄  Sabah kalktığında veya </a:t>
            </a:r>
            <a:r>
              <a:rPr lang="en-US" sz="15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birine</a:t>
            </a: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</a:t>
            </a: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rastladığında</a:t>
            </a: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söyle!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886200"/>
            <a:ext cx="731520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959352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  Nasıl söylenir: </a:t>
            </a:r>
            <a:r>
              <a:rPr lang="en-US" sz="18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"Gü-nay-dın"</a:t>
            </a:r>
            <a:endParaRPr lang="en-US" sz="1800" dirty="0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F6CC1737-6DE0-091F-0D15-BAB9E6C834AA}"/>
              </a:ext>
            </a:extLst>
          </p:cNvPr>
          <p:cNvSpPr txBox="1"/>
          <p:nvPr/>
        </p:nvSpPr>
        <p:spPr>
          <a:xfrm>
            <a:off x="7571636" y="1155350"/>
            <a:ext cx="1864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Güneş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 HER ZAMAN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5645" y="845971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Merhaba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3474720" y="2651760"/>
            <a:ext cx="2194560" cy="685800"/>
          </a:xfrm>
          <a:prstGeom prst="ellipse">
            <a:avLst/>
          </a:prstGeom>
          <a:solidFill>
            <a:srgbClr val="16A3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2651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Her Zaman!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219456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5661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🌅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3520440"/>
            <a:ext cx="219456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35661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🌞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83280" y="4206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Öğlen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35040" y="3520440"/>
            <a:ext cx="219456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35661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🌙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35040" y="4206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Akşam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743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🌙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0467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 AKŞAM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Akşamlar</a:t>
            </a:r>
            <a:endParaRPr lang="en-US" sz="68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7680960" cy="91440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1635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🌆 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Akşam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birine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rastladığında veya akşam yemeğinde söyle!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7680960" cy="960120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91363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  Nasıl söylenir: </a:t>
            </a: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"İ-yi  Ak-şam-lar"</a:t>
            </a:r>
            <a:endParaRPr lang="en-US" sz="1800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68D358BD-F691-0F84-F496-232BD62695B0}"/>
              </a:ext>
            </a:extLst>
          </p:cNvPr>
          <p:cNvSpPr txBox="1"/>
          <p:nvPr/>
        </p:nvSpPr>
        <p:spPr>
          <a:xfrm>
            <a:off x="7966180" y="1549122"/>
            <a:ext cx="778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Yıldız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 NE ZAMAN </a:t>
            </a:r>
            <a:r>
              <a:rPr lang="tr-TR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DERİZ?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06040" cy="3794760"/>
          </a:xfrm>
          <a:prstGeom prst="roundRect">
            <a:avLst>
              <a:gd name="adj" fmla="val 6316"/>
            </a:avLst>
          </a:prstGeom>
          <a:solidFill>
            <a:srgbClr val="F9731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🌅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516341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Günaydın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46120" y="1114539"/>
            <a:ext cx="2606040" cy="3794760"/>
          </a:xfrm>
          <a:prstGeom prst="roundRect">
            <a:avLst>
              <a:gd name="adj" fmla="val 6316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430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☀️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37560" y="2588781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Merhaba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347472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zaman! 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06040" cy="3794760"/>
          </a:xfrm>
          <a:prstGeom prst="roundRect">
            <a:avLst>
              <a:gd name="adj" fmla="val 6316"/>
            </a:avLst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1430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🌙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126480" y="2567511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Akşamlar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CF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</a:t>
            </a:r>
            <a:r>
              <a:rPr lang="tr-TR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Düşünelim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Peki… Yeni bir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arkadaşla tanışırsan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yaparsın?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474720" y="32918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🤔💭</a:t>
            </a:r>
            <a:endParaRPr lang="en-US" sz="5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418"/>
            <a:ext cx="9144000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 İSMİNİ SÖYLE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554480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Benim adım...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2286000" y="2834640"/>
            <a:ext cx="457200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2880360"/>
            <a:ext cx="1005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👤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399" y="2926080"/>
            <a:ext cx="358190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"Benim </a:t>
            </a:r>
            <a:r>
              <a:rPr lang="en-US" sz="1800" b="1" dirty="0" err="1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adım</a:t>
            </a: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r>
              <a:rPr lang="tr-TR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öğretmenin adı]</a:t>
            </a:r>
            <a:r>
              <a:rPr lang="en-US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4343400"/>
            <a:ext cx="6400800" cy="594360"/>
          </a:xfrm>
          <a:prstGeom prst="roundRect">
            <a:avLst>
              <a:gd name="adj" fmla="val 18462"/>
            </a:avLst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43891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Şimdi sen söyle: 'Benim adım ___!'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SORU SOR!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64592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Senin adın ne?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097280" y="2971800"/>
            <a:ext cx="2926080" cy="1463040"/>
          </a:xfrm>
          <a:prstGeom prst="ellipse">
            <a:avLst/>
          </a:prstGeom>
          <a:solidFill>
            <a:srgbClr val="DBEA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30175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 "Senin adın ne?"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06240" y="3383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A2E5A"/>
                </a:solidFill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120640" y="2971800"/>
            <a:ext cx="2926080" cy="1463040"/>
          </a:xfrm>
          <a:prstGeom prst="ellipse">
            <a:avLst/>
          </a:prstGeom>
          <a:solidFill>
            <a:srgbClr val="DCFCE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30175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"Benim adım Leyla!"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71600" y="4617720"/>
            <a:ext cx="6400800" cy="4114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4645152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</a:t>
            </a:r>
            <a:r>
              <a:rPr lang="tr-TR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 </a:t>
            </a: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</a:t>
            </a:r>
            <a:r>
              <a:rPr lang="tr-TR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bakalım</a:t>
            </a: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'Senin adın ne?'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</a:t>
            </a:r>
            <a:r>
              <a:rPr lang="tr-TR" sz="2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Veee</a:t>
            </a:r>
            <a:r>
              <a:rPr lang="tr-TR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8288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Tanıştığıma</a:t>
            </a:r>
            <a:endParaRPr lang="en-US" sz="4600" dirty="0"/>
          </a:p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memnun oldum!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76809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0906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nış</a:t>
            </a:r>
            <a:r>
              <a:rPr lang="en-US" sz="2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tı</a:t>
            </a:r>
            <a:r>
              <a:rPr lang="en-US" sz="24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ğı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</a:t>
            </a: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2400" b="1" dirty="0" err="1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</a:t>
            </a:r>
            <a:r>
              <a:rPr lang="en-US" sz="2400" b="1" dirty="0" err="1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</a:t>
            </a:r>
            <a:r>
              <a:rPr lang="en-US" sz="2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2400" b="1" dirty="0" err="1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</a:t>
            </a:r>
            <a:r>
              <a:rPr lang="en-US" sz="24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828800" y="4069080"/>
            <a:ext cx="54864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413308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El sıkışma hareketi yap ve söyle!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TAM DİYALOĞU KURALIM!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37935"/>
            <a:ext cx="6858000" cy="841248"/>
          </a:xfrm>
          <a:prstGeom prst="roundRect">
            <a:avLst>
              <a:gd name="adj" fmla="val 16304"/>
            </a:avLst>
          </a:prstGeom>
          <a:solidFill>
            <a:srgbClr val="DBEA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54999" y="1088136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</a:t>
            </a: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Merhaba!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74300" y="2002415"/>
            <a:ext cx="6858000" cy="841248"/>
          </a:xfrm>
          <a:prstGeom prst="roundRect">
            <a:avLst>
              <a:gd name="adj" fmla="val 16304"/>
            </a:avLst>
          </a:prstGeom>
          <a:solidFill>
            <a:srgbClr val="DCFCE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2102999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</a:t>
            </a: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Merhaba! Benim </a:t>
            </a:r>
            <a:r>
              <a:rPr lang="en-US" sz="18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adım</a:t>
            </a: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 </a:t>
            </a: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r>
              <a:rPr lang="tr-TR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Senin </a:t>
            </a: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adın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6858000" cy="841248"/>
          </a:xfrm>
          <a:prstGeom prst="roundRect">
            <a:avLst>
              <a:gd name="adj" fmla="val 16304"/>
            </a:avLst>
          </a:prstGeom>
          <a:solidFill>
            <a:srgbClr val="DBEA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4998" y="3114198"/>
            <a:ext cx="657732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</a:t>
            </a: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tr-TR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Benim adım (Öğretmen adı). </a:t>
            </a: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Tanıştığıma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memnun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oldum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28800" y="4023360"/>
            <a:ext cx="6858000" cy="841248"/>
          </a:xfrm>
          <a:prstGeom prst="roundRect">
            <a:avLst>
              <a:gd name="adj" fmla="val 16304"/>
            </a:avLst>
          </a:prstGeom>
          <a:solidFill>
            <a:srgbClr val="DCFCE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30755" y="4123944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</a:t>
            </a: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tr-TR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 de. 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👋  VEDALAŞMA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840480"/>
          </a:xfrm>
          <a:prstGeom prst="roundRect">
            <a:avLst>
              <a:gd name="adj" fmla="val 4762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👋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 err="1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Hoşça</a:t>
            </a:r>
            <a:r>
              <a:rPr lang="en-US" sz="3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Kal!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süre görmeyeceğin birine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051560"/>
            <a:ext cx="3931920" cy="3840480"/>
          </a:xfrm>
          <a:prstGeom prst="roundRect">
            <a:avLst>
              <a:gd name="adj" fmla="val 4762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430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😊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Görüşürüz!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029200" y="352044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Yakında tekrar göreceğin birine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MÜKEMMEL BİR KONUŞMA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658368" cy="658368"/>
          </a:xfrm>
          <a:prstGeom prst="ellipse">
            <a:avLst/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051560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109728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Merhaba!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1856232"/>
            <a:ext cx="658368" cy="658368"/>
          </a:xfrm>
          <a:prstGeom prst="ellipse">
            <a:avLst/>
          </a:prstGeom>
          <a:solidFill>
            <a:srgbClr val="16A3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8562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1856232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Benim adım ___!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2660904"/>
            <a:ext cx="658368" cy="658368"/>
          </a:xfrm>
          <a:prstGeom prst="ellipse">
            <a:avLst/>
          </a:prstGeom>
          <a:solidFill>
            <a:srgbClr val="F9731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6609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2660904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28800" y="270662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Senin adın ne?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65760" y="3465576"/>
            <a:ext cx="658368" cy="658368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4655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3465576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35112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Tanıştığıma memnun oldum!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65760" y="4270248"/>
            <a:ext cx="658368" cy="658368"/>
          </a:xfrm>
          <a:prstGeom prst="ellipse">
            <a:avLst/>
          </a:prstGeom>
          <a:solidFill>
            <a:srgbClr val="DC262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42702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4270248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828800" y="431596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Görüşürüz!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KÜLTÜR KÖŞESİ – DEDEKTİF SIRRI!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83958" y="1005840"/>
            <a:ext cx="70487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4000" dirty="0">
                <a:solidFill>
                  <a:srgbClr val="000000"/>
                </a:solidFill>
              </a:rPr>
              <a:t>TÜRKLERDE SELAMLAŞMA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76809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6" name="Text 4"/>
          <p:cNvSpPr/>
          <p:nvPr/>
        </p:nvSpPr>
        <p:spPr>
          <a:xfrm>
            <a:off x="914400" y="245973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2514600"/>
            <a:ext cx="6492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/>
              <a:t>Selam </a:t>
            </a:r>
            <a:r>
              <a:rPr lang="en-US" sz="1600" dirty="0" err="1"/>
              <a:t>verirken</a:t>
            </a:r>
            <a:r>
              <a:rPr lang="en-US" sz="1600" dirty="0"/>
              <a:t> </a:t>
            </a:r>
            <a:r>
              <a:rPr lang="en-US" sz="1600" dirty="0" err="1"/>
              <a:t>gülümseriz</a:t>
            </a:r>
            <a:r>
              <a:rPr lang="en-US" sz="1600" dirty="0"/>
              <a:t>.</a:t>
            </a:r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76809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9" name="Text 7"/>
          <p:cNvSpPr/>
          <p:nvPr/>
        </p:nvSpPr>
        <p:spPr>
          <a:xfrm>
            <a:off x="914400" y="328269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3337560"/>
            <a:ext cx="6492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Misafir</a:t>
            </a:r>
            <a:r>
              <a:rPr lang="en-US" sz="16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geldiğinde</a:t>
            </a:r>
            <a:r>
              <a:rPr lang="en-US" sz="16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 “</a:t>
            </a:r>
            <a:r>
              <a:rPr lang="en-US" sz="1600" dirty="0" err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Hoş</a:t>
            </a:r>
            <a:r>
              <a:rPr lang="en-US" sz="16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geldin</a:t>
            </a:r>
            <a:r>
              <a:rPr lang="en-US" sz="16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!” </a:t>
            </a:r>
            <a:r>
              <a:rPr lang="en-US" sz="1600" dirty="0" err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deriz</a:t>
            </a:r>
            <a:r>
              <a:rPr lang="en-US" sz="16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.</a:t>
            </a:r>
          </a:p>
        </p:txBody>
      </p:sp>
      <p:sp>
        <p:nvSpPr>
          <p:cNvPr id="11" name="Shape 9"/>
          <p:cNvSpPr/>
          <p:nvPr/>
        </p:nvSpPr>
        <p:spPr>
          <a:xfrm>
            <a:off x="731520" y="4069080"/>
            <a:ext cx="76809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12" name="Text 10"/>
          <p:cNvSpPr/>
          <p:nvPr/>
        </p:nvSpPr>
        <p:spPr>
          <a:xfrm>
            <a:off x="914400" y="410565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4160520"/>
            <a:ext cx="6492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/>
              <a:t>Misafir</a:t>
            </a:r>
            <a:r>
              <a:rPr lang="en-US" sz="1600" dirty="0"/>
              <a:t> de “</a:t>
            </a:r>
            <a:r>
              <a:rPr lang="en-US" sz="1600" dirty="0" err="1"/>
              <a:t>Hoş</a:t>
            </a:r>
            <a:r>
              <a:rPr lang="en-US" sz="1600" dirty="0"/>
              <a:t> </a:t>
            </a:r>
            <a:r>
              <a:rPr lang="en-US" sz="1600" dirty="0" err="1"/>
              <a:t>bulduk</a:t>
            </a:r>
            <a:r>
              <a:rPr lang="en-US" sz="1600" dirty="0"/>
              <a:t>!” 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18288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🏅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 GÖREVİ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7680960" cy="1463040"/>
          </a:xfrm>
          <a:prstGeom prst="roundRect">
            <a:avLst>
              <a:gd name="adj" fmla="val 11250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  10 saniyelik bir video çek!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“Senin </a:t>
            </a:r>
            <a:r>
              <a:rPr lang="en-US" sz="18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yaşadığın</a:t>
            </a:r>
            <a:r>
              <a:rPr lang="en-US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ülkede</a:t>
            </a: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selamlaşma</a:t>
            </a: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nasıl</a:t>
            </a: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olur</a:t>
            </a: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Hadi </a:t>
            </a:r>
            <a:r>
              <a:rPr lang="en-US" sz="18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</a:t>
            </a: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video </a:t>
            </a:r>
            <a:r>
              <a:rPr lang="en-US" sz="18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çek</a:t>
            </a: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</a:t>
            </a: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bize </a:t>
            </a:r>
            <a:r>
              <a:rPr lang="en-US" sz="18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anlat</a:t>
            </a: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3840480"/>
            <a:ext cx="6400800" cy="77724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93192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Videoyu </a:t>
            </a:r>
            <a:r>
              <a:rPr lang="en-US" sz="1600" b="1" dirty="0" err="1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ailene</a:t>
            </a: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izlet</a:t>
            </a: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Sonra </a:t>
            </a:r>
            <a:r>
              <a:rPr lang="en-US" sz="1600" b="1" dirty="0" err="1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istersen</a:t>
            </a: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bize </a:t>
            </a:r>
            <a:r>
              <a:rPr lang="en-US" sz="1600" b="1" dirty="0" err="1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gönder</a:t>
            </a: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0" y="365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4206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749040" y="3657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🔍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75203" y="1508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GÖREV TAMAMLANDI!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8346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Günaydın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283464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28346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Merhaba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83464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8346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Akşamlar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283464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8346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Benim adım...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566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Senin adın ne?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23160" y="356616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2423160" y="3566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Tanıştığıma </a:t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memnun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oldum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56616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566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Görüşürüz!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</a:t>
            </a:r>
            <a:r>
              <a:rPr lang="en-US" sz="17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sonraki</a:t>
            </a: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derste</a:t>
            </a: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görüşürüz! 👋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2" grpId="0" animBg="1"/>
    </p:bld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</TotalTime>
  <Words>797</Words>
  <Application>Microsoft Macintosh PowerPoint</Application>
  <PresentationFormat>Ekran Gösterisi (16:9)</PresentationFormat>
  <Paragraphs>173</Paragraphs>
  <Slides>17</Slides>
  <Notes>17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Dil Dedektifi - A1 Türkçe Dersi</dc:title>
  <dc:subject>PptxGenJS Presentation</dc:subject>
  <dc:creator>PptxGenJS</dc:creator>
  <cp:lastModifiedBy>Esma TOKCAN TEKİN</cp:lastModifiedBy>
  <cp:revision>18</cp:revision>
  <dcterms:created xsi:type="dcterms:W3CDTF">2026-06-29T10:57:38Z</dcterms:created>
  <dcterms:modified xsi:type="dcterms:W3CDTF">2026-07-03T07:47:16Z</dcterms:modified>
</cp:coreProperties>
</file>