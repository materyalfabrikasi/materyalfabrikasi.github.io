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69" r:id="rId6"/>
    <p:sldId id="267" r:id="rId7"/>
    <p:sldId id="259" r:id="rId8"/>
    <p:sldId id="260" r:id="rId9"/>
    <p:sldId id="261" r:id="rId10"/>
    <p:sldId id="262" r:id="rId11"/>
    <p:sldId id="263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36EC21-368D-4F1D-9B53-D3C453767898}" v="118" dt="2026-07-02T09:46:43.0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ibe yılmaz" userId="c5b8086cf0450f08" providerId="LiveId" clId="{FF14E87A-836D-47F1-B83A-3BA86BF6E679}"/>
    <pc:docChg chg="undo custSel addSld delSld modSld">
      <pc:chgData name="edibe yılmaz" userId="c5b8086cf0450f08" providerId="LiveId" clId="{FF14E87A-836D-47F1-B83A-3BA86BF6E679}" dt="2026-07-02T09:46:43.077" v="1383"/>
      <pc:docMkLst>
        <pc:docMk/>
      </pc:docMkLst>
      <pc:sldChg chg="modSp modAnim">
        <pc:chgData name="edibe yılmaz" userId="c5b8086cf0450f08" providerId="LiveId" clId="{FF14E87A-836D-47F1-B83A-3BA86BF6E679}" dt="2026-06-30T11:59:50.585" v="7" actId="20577"/>
        <pc:sldMkLst>
          <pc:docMk/>
          <pc:sldMk cId="0" sldId="257"/>
        </pc:sldMkLst>
        <pc:spChg chg="mod">
          <ac:chgData name="edibe yılmaz" userId="c5b8086cf0450f08" providerId="LiveId" clId="{FF14E87A-836D-47F1-B83A-3BA86BF6E679}" dt="2026-06-30T11:59:50.585" v="7" actId="20577"/>
          <ac:spMkLst>
            <pc:docMk/>
            <pc:sldMk cId="0" sldId="257"/>
            <ac:spMk id="12" creationId="{00000000-0000-0000-0000-000000000000}"/>
          </ac:spMkLst>
        </pc:spChg>
      </pc:sldChg>
      <pc:sldChg chg="addSp delSp modSp mod delAnim modAnim">
        <pc:chgData name="edibe yılmaz" userId="c5b8086cf0450f08" providerId="LiveId" clId="{FF14E87A-836D-47F1-B83A-3BA86BF6E679}" dt="2026-06-30T12:38:36.136" v="1189"/>
        <pc:sldMkLst>
          <pc:docMk/>
          <pc:sldMk cId="0" sldId="258"/>
        </pc:sldMkLst>
        <pc:spChg chg="add mod">
          <ac:chgData name="edibe yılmaz" userId="c5b8086cf0450f08" providerId="LiveId" clId="{FF14E87A-836D-47F1-B83A-3BA86BF6E679}" dt="2026-06-30T12:14:32.040" v="403" actId="14100"/>
          <ac:spMkLst>
            <pc:docMk/>
            <pc:sldMk cId="0" sldId="258"/>
            <ac:spMk id="8" creationId="{27C68BD7-7BE3-5A59-A997-2DD4287E532B}"/>
          </ac:spMkLst>
        </pc:spChg>
        <pc:spChg chg="add mod">
          <ac:chgData name="edibe yılmaz" userId="c5b8086cf0450f08" providerId="LiveId" clId="{FF14E87A-836D-47F1-B83A-3BA86BF6E679}" dt="2026-06-30T12:14:32.040" v="403" actId="14100"/>
          <ac:spMkLst>
            <pc:docMk/>
            <pc:sldMk cId="0" sldId="258"/>
            <ac:spMk id="9" creationId="{876A8E00-43E8-4D36-6F98-DA79C6DC5AD2}"/>
          </ac:spMkLst>
        </pc:spChg>
        <pc:spChg chg="add mod">
          <ac:chgData name="edibe yılmaz" userId="c5b8086cf0450f08" providerId="LiveId" clId="{FF14E87A-836D-47F1-B83A-3BA86BF6E679}" dt="2026-06-30T12:17:00.960" v="433" actId="1076"/>
          <ac:spMkLst>
            <pc:docMk/>
            <pc:sldMk cId="0" sldId="258"/>
            <ac:spMk id="15" creationId="{A87F8D7C-DA0E-06D6-1E61-026088F13FDE}"/>
          </ac:spMkLst>
        </pc:spChg>
        <pc:spChg chg="add mod">
          <ac:chgData name="edibe yılmaz" userId="c5b8086cf0450f08" providerId="LiveId" clId="{FF14E87A-836D-47F1-B83A-3BA86BF6E679}" dt="2026-06-30T12:17:00.960" v="433" actId="1076"/>
          <ac:spMkLst>
            <pc:docMk/>
            <pc:sldMk cId="0" sldId="258"/>
            <ac:spMk id="16" creationId="{5A6B2276-065C-8CD9-3FF4-FFFF57FF81AB}"/>
          </ac:spMkLst>
        </pc:spChg>
        <pc:spChg chg="add mod">
          <ac:chgData name="edibe yılmaz" userId="c5b8086cf0450f08" providerId="LiveId" clId="{FF14E87A-836D-47F1-B83A-3BA86BF6E679}" dt="2026-06-30T12:17:12.536" v="435" actId="1076"/>
          <ac:spMkLst>
            <pc:docMk/>
            <pc:sldMk cId="0" sldId="258"/>
            <ac:spMk id="17" creationId="{088589E6-D4BC-8C77-98AC-0E11D3CD1980}"/>
          </ac:spMkLst>
        </pc:spChg>
        <pc:spChg chg="add mod">
          <ac:chgData name="edibe yılmaz" userId="c5b8086cf0450f08" providerId="LiveId" clId="{FF14E87A-836D-47F1-B83A-3BA86BF6E679}" dt="2026-06-30T12:19:01.457" v="500" actId="20577"/>
          <ac:spMkLst>
            <pc:docMk/>
            <pc:sldMk cId="0" sldId="258"/>
            <ac:spMk id="18" creationId="{967DD380-093C-CA66-4F4C-77D2A4E33EE7}"/>
          </ac:spMkLst>
        </pc:spChg>
        <pc:spChg chg="add mod">
          <ac:chgData name="edibe yılmaz" userId="c5b8086cf0450f08" providerId="LiveId" clId="{FF14E87A-836D-47F1-B83A-3BA86BF6E679}" dt="2026-06-30T12:17:12.536" v="435" actId="1076"/>
          <ac:spMkLst>
            <pc:docMk/>
            <pc:sldMk cId="0" sldId="258"/>
            <ac:spMk id="20" creationId="{BE008BA0-CBB5-EE1F-794C-BD4A94DAF71F}"/>
          </ac:spMkLst>
        </pc:spChg>
        <pc:spChg chg="add mod">
          <ac:chgData name="edibe yılmaz" userId="c5b8086cf0450f08" providerId="LiveId" clId="{FF14E87A-836D-47F1-B83A-3BA86BF6E679}" dt="2026-06-30T12:18:17.151" v="474" actId="20577"/>
          <ac:spMkLst>
            <pc:docMk/>
            <pc:sldMk cId="0" sldId="258"/>
            <ac:spMk id="21" creationId="{5D44F358-D257-CBB3-A506-D36DF9662E50}"/>
          </ac:spMkLst>
        </pc:spChg>
        <pc:spChg chg="add mod">
          <ac:chgData name="edibe yılmaz" userId="c5b8086cf0450f08" providerId="LiveId" clId="{FF14E87A-836D-47F1-B83A-3BA86BF6E679}" dt="2026-06-30T12:18:33.819" v="476" actId="1076"/>
          <ac:spMkLst>
            <pc:docMk/>
            <pc:sldMk cId="0" sldId="258"/>
            <ac:spMk id="24" creationId="{98402735-5375-8016-C1B4-2B8593FFA7D7}"/>
          </ac:spMkLst>
        </pc:spChg>
        <pc:spChg chg="add mod">
          <ac:chgData name="edibe yılmaz" userId="c5b8086cf0450f08" providerId="LiveId" clId="{FF14E87A-836D-47F1-B83A-3BA86BF6E679}" dt="2026-06-30T12:18:56.560" v="499" actId="20577"/>
          <ac:spMkLst>
            <pc:docMk/>
            <pc:sldMk cId="0" sldId="258"/>
            <ac:spMk id="25" creationId="{A864FD6D-638E-94A7-4CF7-77473A5D5BB0}"/>
          </ac:spMkLst>
        </pc:spChg>
        <pc:spChg chg="add mod">
          <ac:chgData name="edibe yılmaz" userId="c5b8086cf0450f08" providerId="LiveId" clId="{FF14E87A-836D-47F1-B83A-3BA86BF6E679}" dt="2026-06-30T12:38:28.023" v="1187" actId="1076"/>
          <ac:spMkLst>
            <pc:docMk/>
            <pc:sldMk cId="0" sldId="258"/>
            <ac:spMk id="26" creationId="{8D555172-8475-DC87-77CB-A3FFAEC5CAB1}"/>
          </ac:spMkLst>
        </pc:spChg>
        <pc:spChg chg="add mod">
          <ac:chgData name="edibe yılmaz" userId="c5b8086cf0450f08" providerId="LiveId" clId="{FF14E87A-836D-47F1-B83A-3BA86BF6E679}" dt="2026-06-30T12:38:31.207" v="1188" actId="1076"/>
          <ac:spMkLst>
            <pc:docMk/>
            <pc:sldMk cId="0" sldId="258"/>
            <ac:spMk id="27" creationId="{417E23A8-8B8F-F51F-77AC-F7019676812C}"/>
          </ac:spMkLst>
        </pc:spChg>
        <pc:picChg chg="add mod">
          <ac:chgData name="edibe yılmaz" userId="c5b8086cf0450f08" providerId="LiveId" clId="{FF14E87A-836D-47F1-B83A-3BA86BF6E679}" dt="2026-06-30T12:16:50.321" v="431" actId="1076"/>
          <ac:picMkLst>
            <pc:docMk/>
            <pc:sldMk cId="0" sldId="258"/>
            <ac:picMk id="13" creationId="{6944FAA8-76B3-67C3-967D-BC63CEF3D6F0}"/>
          </ac:picMkLst>
        </pc:picChg>
        <pc:picChg chg="add mod">
          <ac:chgData name="edibe yılmaz" userId="c5b8086cf0450f08" providerId="LiveId" clId="{FF14E87A-836D-47F1-B83A-3BA86BF6E679}" dt="2026-06-30T12:18:14.071" v="467" actId="1076"/>
          <ac:picMkLst>
            <pc:docMk/>
            <pc:sldMk cId="0" sldId="258"/>
            <ac:picMk id="23" creationId="{8619086C-ECD0-8CE6-3713-1B9E2CB68938}"/>
          </ac:picMkLst>
        </pc:picChg>
        <pc:picChg chg="add mod">
          <ac:chgData name="edibe yılmaz" userId="c5b8086cf0450f08" providerId="LiveId" clId="{FF14E87A-836D-47F1-B83A-3BA86BF6E679}" dt="2026-06-30T12:19:53.593" v="504" actId="1076"/>
          <ac:picMkLst>
            <pc:docMk/>
            <pc:sldMk cId="0" sldId="258"/>
            <ac:picMk id="30" creationId="{0EAF6334-AC35-5A0D-5EC7-914A0D8A2320}"/>
          </ac:picMkLst>
        </pc:picChg>
      </pc:sldChg>
      <pc:sldChg chg="delSp modSp mod modAnim">
        <pc:chgData name="edibe yılmaz" userId="c5b8086cf0450f08" providerId="LiveId" clId="{FF14E87A-836D-47F1-B83A-3BA86BF6E679}" dt="2026-06-30T12:54:54.867" v="1313"/>
        <pc:sldMkLst>
          <pc:docMk/>
          <pc:sldMk cId="0" sldId="259"/>
        </pc:sldMkLst>
        <pc:spChg chg="mod">
          <ac:chgData name="edibe yılmaz" userId="c5b8086cf0450f08" providerId="LiveId" clId="{FF14E87A-836D-47F1-B83A-3BA86BF6E679}" dt="2026-06-30T12:49:08.954" v="1299" actId="14100"/>
          <ac:spMkLst>
            <pc:docMk/>
            <pc:sldMk cId="0" sldId="259"/>
            <ac:spMk id="6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49:40.303" v="1311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49:03.966" v="1298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49:03.966" v="1298" actId="1076"/>
          <ac:spMkLst>
            <pc:docMk/>
            <pc:sldMk cId="0" sldId="259"/>
            <ac:spMk id="9" creationId="{00000000-0000-0000-0000-000000000000}"/>
          </ac:spMkLst>
        </pc:spChg>
      </pc:sldChg>
      <pc:sldChg chg="modSp modAnim">
        <pc:chgData name="edibe yılmaz" userId="c5b8086cf0450f08" providerId="LiveId" clId="{FF14E87A-836D-47F1-B83A-3BA86BF6E679}" dt="2026-06-30T12:50:04.146" v="1312" actId="13926"/>
        <pc:sldMkLst>
          <pc:docMk/>
          <pc:sldMk cId="0" sldId="260"/>
        </pc:sldMkLst>
        <pc:spChg chg="mod">
          <ac:chgData name="edibe yılmaz" userId="c5b8086cf0450f08" providerId="LiveId" clId="{FF14E87A-836D-47F1-B83A-3BA86BF6E679}" dt="2026-06-30T12:50:04.146" v="1312" actId="13926"/>
          <ac:spMkLst>
            <pc:docMk/>
            <pc:sldMk cId="0" sldId="260"/>
            <ac:spMk id="7" creationId="{00000000-0000-0000-0000-000000000000}"/>
          </ac:spMkLst>
        </pc:spChg>
      </pc:sldChg>
      <pc:sldChg chg="addSp delSp modSp mod addAnim delAnim modAnim">
        <pc:chgData name="edibe yılmaz" userId="c5b8086cf0450f08" providerId="LiveId" clId="{FF14E87A-836D-47F1-B83A-3BA86BF6E679}" dt="2026-06-30T12:55:20.204" v="1314"/>
        <pc:sldMkLst>
          <pc:docMk/>
          <pc:sldMk cId="0" sldId="261"/>
        </pc:sldMkLst>
        <pc:spChg chg="add del mod">
          <ac:chgData name="edibe yılmaz" userId="c5b8086cf0450f08" providerId="LiveId" clId="{FF14E87A-836D-47F1-B83A-3BA86BF6E679}" dt="2026-06-30T12:09:52.731" v="323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09:52.731" v="323" actId="1076"/>
          <ac:spMkLst>
            <pc:docMk/>
            <pc:sldMk cId="0" sldId="261"/>
            <ac:spMk id="5" creationId="{00000000-0000-0000-0000-000000000000}"/>
          </ac:spMkLst>
        </pc:spChg>
        <pc:spChg chg="add del mod">
          <ac:chgData name="edibe yılmaz" userId="c5b8086cf0450f08" providerId="LiveId" clId="{FF14E87A-836D-47F1-B83A-3BA86BF6E679}" dt="2026-06-30T12:09:52.731" v="323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11:14.263" v="336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09:57.086" v="324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10:02.027" v="325" actId="1076"/>
          <ac:spMkLst>
            <pc:docMk/>
            <pc:sldMk cId="0" sldId="261"/>
            <ac:spMk id="13" creationId="{00000000-0000-0000-0000-000000000000}"/>
          </ac:spMkLst>
        </pc:spChg>
        <pc:spChg chg="add mod">
          <ac:chgData name="edibe yılmaz" userId="c5b8086cf0450f08" providerId="LiveId" clId="{FF14E87A-836D-47F1-B83A-3BA86BF6E679}" dt="2026-06-30T12:09:52.731" v="323" actId="1076"/>
          <ac:spMkLst>
            <pc:docMk/>
            <pc:sldMk cId="0" sldId="261"/>
            <ac:spMk id="18" creationId="{9AD2EEBC-A4C3-50BF-7E1F-9249FD7B5296}"/>
          </ac:spMkLst>
        </pc:spChg>
        <pc:spChg chg="add mod">
          <ac:chgData name="edibe yılmaz" userId="c5b8086cf0450f08" providerId="LiveId" clId="{FF14E87A-836D-47F1-B83A-3BA86BF6E679}" dt="2026-06-30T12:09:52.731" v="323" actId="1076"/>
          <ac:spMkLst>
            <pc:docMk/>
            <pc:sldMk cId="0" sldId="261"/>
            <ac:spMk id="19" creationId="{4082FFEF-6E8F-0C27-C6FE-3487DCECA7BE}"/>
          </ac:spMkLst>
        </pc:spChg>
        <pc:picChg chg="add mod">
          <ac:chgData name="edibe yılmaz" userId="c5b8086cf0450f08" providerId="LiveId" clId="{FF14E87A-836D-47F1-B83A-3BA86BF6E679}" dt="2026-06-30T12:11:37.640" v="346" actId="1076"/>
          <ac:picMkLst>
            <pc:docMk/>
            <pc:sldMk cId="0" sldId="261"/>
            <ac:picMk id="23" creationId="{BE5E1116-44A4-9A83-7922-5AFBC041B9AE}"/>
          </ac:picMkLst>
        </pc:picChg>
        <pc:picChg chg="add mod">
          <ac:chgData name="edibe yılmaz" userId="c5b8086cf0450f08" providerId="LiveId" clId="{FF14E87A-836D-47F1-B83A-3BA86BF6E679}" dt="2026-06-30T12:12:18.502" v="349" actId="14100"/>
          <ac:picMkLst>
            <pc:docMk/>
            <pc:sldMk cId="0" sldId="261"/>
            <ac:picMk id="25" creationId="{11F3A5D1-C57D-423C-F926-DEE1AF4EB7F6}"/>
          </ac:picMkLst>
        </pc:picChg>
        <pc:picChg chg="add mod">
          <ac:chgData name="edibe yılmaz" userId="c5b8086cf0450f08" providerId="LiveId" clId="{FF14E87A-836D-47F1-B83A-3BA86BF6E679}" dt="2026-06-30T12:13:08.831" v="352" actId="14100"/>
          <ac:picMkLst>
            <pc:docMk/>
            <pc:sldMk cId="0" sldId="261"/>
            <ac:picMk id="27" creationId="{C3A55A5C-C981-3D5A-DB13-F2D1E13C2BBF}"/>
          </ac:picMkLst>
        </pc:picChg>
      </pc:sldChg>
      <pc:sldChg chg="modAnim">
        <pc:chgData name="edibe yılmaz" userId="c5b8086cf0450f08" providerId="LiveId" clId="{FF14E87A-836D-47F1-B83A-3BA86BF6E679}" dt="2026-06-30T12:55:54.475" v="1319"/>
        <pc:sldMkLst>
          <pc:docMk/>
          <pc:sldMk cId="0" sldId="262"/>
        </pc:sldMkLst>
      </pc:sldChg>
      <pc:sldChg chg="modSp mod">
        <pc:chgData name="edibe yılmaz" userId="c5b8086cf0450f08" providerId="LiveId" clId="{FF14E87A-836D-47F1-B83A-3BA86BF6E679}" dt="2026-06-30T12:57:08.168" v="1373" actId="1076"/>
        <pc:sldMkLst>
          <pc:docMk/>
          <pc:sldMk cId="0" sldId="263"/>
        </pc:sldMkLst>
        <pc:spChg chg="mod">
          <ac:chgData name="edibe yılmaz" userId="c5b8086cf0450f08" providerId="LiveId" clId="{FF14E87A-836D-47F1-B83A-3BA86BF6E679}" dt="2026-06-30T12:56:35.848" v="1341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56:55.705" v="1371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57:03.310" v="1372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57:03.310" v="1372" actId="1076"/>
          <ac:spMkLst>
            <pc:docMk/>
            <pc:sldMk cId="0" sldId="263"/>
            <ac:spMk id="6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57:03.310" v="1372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57:03.310" v="1372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57:08.168" v="1373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57:08.168" v="1373" actId="1076"/>
          <ac:spMkLst>
            <pc:docMk/>
            <pc:sldMk cId="0" sldId="263"/>
            <ac:spMk id="10" creationId="{00000000-0000-0000-0000-000000000000}"/>
          </ac:spMkLst>
        </pc:spChg>
      </pc:sldChg>
      <pc:sldChg chg="delSp modSp mod modAnim">
        <pc:chgData name="edibe yılmaz" userId="c5b8086cf0450f08" providerId="LiveId" clId="{FF14E87A-836D-47F1-B83A-3BA86BF6E679}" dt="2026-06-30T12:58:59.832" v="1379"/>
        <pc:sldMkLst>
          <pc:docMk/>
          <pc:sldMk cId="0" sldId="265"/>
        </pc:sldMkLst>
        <pc:spChg chg="mod">
          <ac:chgData name="edibe yılmaz" userId="c5b8086cf0450f08" providerId="LiveId" clId="{FF14E87A-836D-47F1-B83A-3BA86BF6E679}" dt="2026-06-30T12:58:52.410" v="1377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58:52.410" v="1377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58:58.112" v="1378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58:58.112" v="1378" actId="1076"/>
          <ac:spMkLst>
            <pc:docMk/>
            <pc:sldMk cId="0" sldId="265"/>
            <ac:spMk id="8" creationId="{00000000-0000-0000-0000-000000000000}"/>
          </ac:spMkLst>
        </pc:spChg>
      </pc:sldChg>
      <pc:sldChg chg="modSp mod">
        <pc:chgData name="edibe yılmaz" userId="c5b8086cf0450f08" providerId="LiveId" clId="{FF14E87A-836D-47F1-B83A-3BA86BF6E679}" dt="2026-06-30T12:59:05.263" v="1380" actId="1076"/>
        <pc:sldMkLst>
          <pc:docMk/>
          <pc:sldMk cId="0" sldId="266"/>
        </pc:sldMkLst>
        <pc:spChg chg="mod">
          <ac:chgData name="edibe yılmaz" userId="c5b8086cf0450f08" providerId="LiveId" clId="{FF14E87A-836D-47F1-B83A-3BA86BF6E679}" dt="2026-06-30T12:59:05.263" v="1380" actId="1076"/>
          <ac:spMkLst>
            <pc:docMk/>
            <pc:sldMk cId="0" sldId="266"/>
            <ac:spMk id="7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32:42.266" v="1035" actId="20577"/>
          <ac:spMkLst>
            <pc:docMk/>
            <pc:sldMk cId="0" sldId="266"/>
            <ac:spMk id="11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33:07.231" v="1053" actId="20577"/>
          <ac:spMkLst>
            <pc:docMk/>
            <pc:sldMk cId="0" sldId="266"/>
            <ac:spMk id="13" creationId="{00000000-0000-0000-0000-000000000000}"/>
          </ac:spMkLst>
        </pc:spChg>
        <pc:spChg chg="mod">
          <ac:chgData name="edibe yılmaz" userId="c5b8086cf0450f08" providerId="LiveId" clId="{FF14E87A-836D-47F1-B83A-3BA86BF6E679}" dt="2026-06-30T12:33:19.348" v="1054" actId="20577"/>
          <ac:spMkLst>
            <pc:docMk/>
            <pc:sldMk cId="0" sldId="266"/>
            <ac:spMk id="15" creationId="{00000000-0000-0000-0000-000000000000}"/>
          </ac:spMkLst>
        </pc:spChg>
      </pc:sldChg>
      <pc:sldChg chg="addSp delSp modSp add mod modAnim">
        <pc:chgData name="edibe yılmaz" userId="c5b8086cf0450f08" providerId="LiveId" clId="{FF14E87A-836D-47F1-B83A-3BA86BF6E679}" dt="2026-07-02T09:46:43.077" v="1383"/>
        <pc:sldMkLst>
          <pc:docMk/>
          <pc:sldMk cId="3996859469" sldId="267"/>
        </pc:sldMkLst>
        <pc:spChg chg="mod">
          <ac:chgData name="edibe yılmaz" userId="c5b8086cf0450f08" providerId="LiveId" clId="{FF14E87A-836D-47F1-B83A-3BA86BF6E679}" dt="2026-06-30T12:44:20.422" v="1290" actId="1076"/>
          <ac:spMkLst>
            <pc:docMk/>
            <pc:sldMk cId="3996859469" sldId="267"/>
            <ac:spMk id="4" creationId="{22D3BC9B-0E14-FE8C-5745-893F13385D5E}"/>
          </ac:spMkLst>
        </pc:spChg>
        <pc:spChg chg="mod">
          <ac:chgData name="edibe yılmaz" userId="c5b8086cf0450f08" providerId="LiveId" clId="{FF14E87A-836D-47F1-B83A-3BA86BF6E679}" dt="2026-06-30T12:44:13.985" v="1289" actId="1076"/>
          <ac:spMkLst>
            <pc:docMk/>
            <pc:sldMk cId="3996859469" sldId="267"/>
            <ac:spMk id="5" creationId="{C3BA9CF5-71D3-47BD-E456-E4F91FEF20FC}"/>
          </ac:spMkLst>
        </pc:spChg>
        <pc:spChg chg="mod">
          <ac:chgData name="edibe yılmaz" userId="c5b8086cf0450f08" providerId="LiveId" clId="{FF14E87A-836D-47F1-B83A-3BA86BF6E679}" dt="2026-06-30T12:44:13.985" v="1289" actId="1076"/>
          <ac:spMkLst>
            <pc:docMk/>
            <pc:sldMk cId="3996859469" sldId="267"/>
            <ac:spMk id="6" creationId="{0518D762-F026-F62D-DF3D-A2712A1F9836}"/>
          </ac:spMkLst>
        </pc:spChg>
        <pc:spChg chg="add mod">
          <ac:chgData name="edibe yılmaz" userId="c5b8086cf0450f08" providerId="LiveId" clId="{FF14E87A-836D-47F1-B83A-3BA86BF6E679}" dt="2026-06-30T12:44:13.985" v="1289" actId="1076"/>
          <ac:spMkLst>
            <pc:docMk/>
            <pc:sldMk cId="3996859469" sldId="267"/>
            <ac:spMk id="8" creationId="{4B77E993-3B0D-EDD2-35F6-91C7237C06E1}"/>
          </ac:spMkLst>
        </pc:spChg>
        <pc:spChg chg="add mod">
          <ac:chgData name="edibe yılmaz" userId="c5b8086cf0450f08" providerId="LiveId" clId="{FF14E87A-836D-47F1-B83A-3BA86BF6E679}" dt="2026-06-30T12:44:13.985" v="1289" actId="1076"/>
          <ac:spMkLst>
            <pc:docMk/>
            <pc:sldMk cId="3996859469" sldId="267"/>
            <ac:spMk id="9" creationId="{F06BD167-6EB2-ECB3-A984-EE8BF7C3917B}"/>
          </ac:spMkLst>
        </pc:spChg>
        <pc:spChg chg="add mod">
          <ac:chgData name="edibe yılmaz" userId="c5b8086cf0450f08" providerId="LiveId" clId="{FF14E87A-836D-47F1-B83A-3BA86BF6E679}" dt="2026-06-30T12:44:13.985" v="1289" actId="1076"/>
          <ac:spMkLst>
            <pc:docMk/>
            <pc:sldMk cId="3996859469" sldId="267"/>
            <ac:spMk id="10" creationId="{582C6F7D-7519-9FEE-67AF-C178B8A5C68E}"/>
          </ac:spMkLst>
        </pc:spChg>
        <pc:spChg chg="add mod">
          <ac:chgData name="edibe yılmaz" userId="c5b8086cf0450f08" providerId="LiveId" clId="{FF14E87A-836D-47F1-B83A-3BA86BF6E679}" dt="2026-06-30T12:44:13.985" v="1289" actId="1076"/>
          <ac:spMkLst>
            <pc:docMk/>
            <pc:sldMk cId="3996859469" sldId="267"/>
            <ac:spMk id="11" creationId="{33C7B507-F8D1-8D04-8B2B-43C40D8E7346}"/>
          </ac:spMkLst>
        </pc:spChg>
        <pc:spChg chg="add mod">
          <ac:chgData name="edibe yılmaz" userId="c5b8086cf0450f08" providerId="LiveId" clId="{FF14E87A-836D-47F1-B83A-3BA86BF6E679}" dt="2026-06-30T12:44:13.985" v="1289" actId="1076"/>
          <ac:spMkLst>
            <pc:docMk/>
            <pc:sldMk cId="3996859469" sldId="267"/>
            <ac:spMk id="12" creationId="{DC48D393-8DFE-E5C1-A474-4AE170A3627A}"/>
          </ac:spMkLst>
        </pc:spChg>
        <pc:spChg chg="add mod">
          <ac:chgData name="edibe yılmaz" userId="c5b8086cf0450f08" providerId="LiveId" clId="{FF14E87A-836D-47F1-B83A-3BA86BF6E679}" dt="2026-06-30T12:44:13.985" v="1289" actId="1076"/>
          <ac:spMkLst>
            <pc:docMk/>
            <pc:sldMk cId="3996859469" sldId="267"/>
            <ac:spMk id="13" creationId="{92026BE5-8307-70BD-CBE6-30C647070655}"/>
          </ac:spMkLst>
        </pc:spChg>
        <pc:spChg chg="add mod">
          <ac:chgData name="edibe yılmaz" userId="c5b8086cf0450f08" providerId="LiveId" clId="{FF14E87A-836D-47F1-B83A-3BA86BF6E679}" dt="2026-06-30T12:44:13.985" v="1289" actId="1076"/>
          <ac:spMkLst>
            <pc:docMk/>
            <pc:sldMk cId="3996859469" sldId="267"/>
            <ac:spMk id="14" creationId="{38AA1CF2-8022-2374-7156-7F923B83EC68}"/>
          </ac:spMkLst>
        </pc:spChg>
      </pc:sldChg>
      <pc:sldChg chg="addSp delSp modSp add mod modAnim">
        <pc:chgData name="edibe yılmaz" userId="c5b8086cf0450f08" providerId="LiveId" clId="{FF14E87A-836D-47F1-B83A-3BA86BF6E679}" dt="2026-06-30T12:39:40.281" v="1202"/>
        <pc:sldMkLst>
          <pc:docMk/>
          <pc:sldMk cId="1073933963" sldId="268"/>
        </pc:sldMkLst>
        <pc:spChg chg="mod">
          <ac:chgData name="edibe yılmaz" userId="c5b8086cf0450f08" providerId="LiveId" clId="{FF14E87A-836D-47F1-B83A-3BA86BF6E679}" dt="2026-06-30T12:20:30.751" v="531" actId="20577"/>
          <ac:spMkLst>
            <pc:docMk/>
            <pc:sldMk cId="1073933963" sldId="268"/>
            <ac:spMk id="9" creationId="{167AD162-2D59-D01E-74E3-DE99B48674A8}"/>
          </ac:spMkLst>
        </pc:spChg>
        <pc:spChg chg="mod">
          <ac:chgData name="edibe yılmaz" userId="c5b8086cf0450f08" providerId="LiveId" clId="{FF14E87A-836D-47F1-B83A-3BA86BF6E679}" dt="2026-06-30T12:22:09.526" v="587" actId="20577"/>
          <ac:spMkLst>
            <pc:docMk/>
            <pc:sldMk cId="1073933963" sldId="268"/>
            <ac:spMk id="16" creationId="{DF1650AB-2BC3-2EBD-91DD-C1375A6F3858}"/>
          </ac:spMkLst>
        </pc:spChg>
        <pc:spChg chg="mod">
          <ac:chgData name="edibe yılmaz" userId="c5b8086cf0450f08" providerId="LiveId" clId="{FF14E87A-836D-47F1-B83A-3BA86BF6E679}" dt="2026-06-30T12:22:19.598" v="605" actId="20577"/>
          <ac:spMkLst>
            <pc:docMk/>
            <pc:sldMk cId="1073933963" sldId="268"/>
            <ac:spMk id="18" creationId="{397E602A-35EF-0DDA-439D-F8669AD52A79}"/>
          </ac:spMkLst>
        </pc:spChg>
        <pc:spChg chg="mod">
          <ac:chgData name="edibe yılmaz" userId="c5b8086cf0450f08" providerId="LiveId" clId="{FF14E87A-836D-47F1-B83A-3BA86BF6E679}" dt="2026-06-30T12:22:13.274" v="596" actId="20577"/>
          <ac:spMkLst>
            <pc:docMk/>
            <pc:sldMk cId="1073933963" sldId="268"/>
            <ac:spMk id="21" creationId="{D84328E0-3A95-6ACB-1BFA-4C259F6C7665}"/>
          </ac:spMkLst>
        </pc:spChg>
        <pc:spChg chg="mod">
          <ac:chgData name="edibe yılmaz" userId="c5b8086cf0450f08" providerId="LiveId" clId="{FF14E87A-836D-47F1-B83A-3BA86BF6E679}" dt="2026-06-30T12:39:17.901" v="1197" actId="1076"/>
          <ac:spMkLst>
            <pc:docMk/>
            <pc:sldMk cId="1073933963" sldId="268"/>
            <ac:spMk id="24" creationId="{EB3B86AD-03DD-F57A-87F3-6CEFBC782DDD}"/>
          </ac:spMkLst>
        </pc:spChg>
        <pc:spChg chg="mod">
          <ac:chgData name="edibe yılmaz" userId="c5b8086cf0450f08" providerId="LiveId" clId="{FF14E87A-836D-47F1-B83A-3BA86BF6E679}" dt="2026-06-30T12:25:01.771" v="630" actId="20577"/>
          <ac:spMkLst>
            <pc:docMk/>
            <pc:sldMk cId="1073933963" sldId="268"/>
            <ac:spMk id="25" creationId="{E4D97BCF-D31C-EFE1-4247-409F3096BD7C}"/>
          </ac:spMkLst>
        </pc:spChg>
        <pc:spChg chg="mod">
          <ac:chgData name="edibe yılmaz" userId="c5b8086cf0450f08" providerId="LiveId" clId="{FF14E87A-836D-47F1-B83A-3BA86BF6E679}" dt="2026-06-30T12:39:30.843" v="1200" actId="1076"/>
          <ac:spMkLst>
            <pc:docMk/>
            <pc:sldMk cId="1073933963" sldId="268"/>
            <ac:spMk id="26" creationId="{FD256FC6-DA97-B7FD-F86B-34970810F78A}"/>
          </ac:spMkLst>
        </pc:spChg>
        <pc:spChg chg="mod">
          <ac:chgData name="edibe yılmaz" userId="c5b8086cf0450f08" providerId="LiveId" clId="{FF14E87A-836D-47F1-B83A-3BA86BF6E679}" dt="2026-06-30T12:39:35.399" v="1201" actId="1076"/>
          <ac:spMkLst>
            <pc:docMk/>
            <pc:sldMk cId="1073933963" sldId="268"/>
            <ac:spMk id="27" creationId="{DA716457-490C-F9DD-0E74-BECEEDE9F186}"/>
          </ac:spMkLst>
        </pc:spChg>
        <pc:picChg chg="add mod">
          <ac:chgData name="edibe yılmaz" userId="c5b8086cf0450f08" providerId="LiveId" clId="{FF14E87A-836D-47F1-B83A-3BA86BF6E679}" dt="2026-06-30T12:22:00.380" v="575" actId="14100"/>
          <ac:picMkLst>
            <pc:docMk/>
            <pc:sldMk cId="1073933963" sldId="268"/>
            <ac:picMk id="5" creationId="{9A902BC8-0022-9B79-EFC2-0EF6EED30D0C}"/>
          </ac:picMkLst>
        </pc:picChg>
        <pc:picChg chg="add mod">
          <ac:chgData name="edibe yılmaz" userId="c5b8086cf0450f08" providerId="LiveId" clId="{FF14E87A-836D-47F1-B83A-3BA86BF6E679}" dt="2026-06-30T12:23:06.049" v="611" actId="1076"/>
          <ac:picMkLst>
            <pc:docMk/>
            <pc:sldMk cId="1073933963" sldId="268"/>
            <ac:picMk id="7" creationId="{5B170545-268B-808C-2148-47A3E48DF5CC}"/>
          </ac:picMkLst>
        </pc:picChg>
        <pc:picChg chg="add mod">
          <ac:chgData name="edibe yılmaz" userId="c5b8086cf0450f08" providerId="LiveId" clId="{FF14E87A-836D-47F1-B83A-3BA86BF6E679}" dt="2026-06-30T12:25:59.999" v="651" actId="1076"/>
          <ac:picMkLst>
            <pc:docMk/>
            <pc:sldMk cId="1073933963" sldId="268"/>
            <ac:picMk id="11" creationId="{6A4CE324-08E9-3D9E-C958-BA1C15B0A41E}"/>
          </ac:picMkLst>
        </pc:picChg>
      </pc:sldChg>
      <pc:sldChg chg="addSp delSp modSp add mod modAnim">
        <pc:chgData name="edibe yılmaz" userId="c5b8086cf0450f08" providerId="LiveId" clId="{FF14E87A-836D-47F1-B83A-3BA86BF6E679}" dt="2026-06-30T12:40:24.304" v="1211"/>
        <pc:sldMkLst>
          <pc:docMk/>
          <pc:sldMk cId="74462960" sldId="269"/>
        </pc:sldMkLst>
        <pc:spChg chg="mod">
          <ac:chgData name="edibe yılmaz" userId="c5b8086cf0450f08" providerId="LiveId" clId="{FF14E87A-836D-47F1-B83A-3BA86BF6E679}" dt="2026-06-30T12:26:18.297" v="667" actId="20577"/>
          <ac:spMkLst>
            <pc:docMk/>
            <pc:sldMk cId="74462960" sldId="269"/>
            <ac:spMk id="9" creationId="{C45A9D8A-F2B1-80AF-4AA9-0C731B1E58DD}"/>
          </ac:spMkLst>
        </pc:spChg>
        <pc:spChg chg="mod">
          <ac:chgData name="edibe yılmaz" userId="c5b8086cf0450f08" providerId="LiveId" clId="{FF14E87A-836D-47F1-B83A-3BA86BF6E679}" dt="2026-06-30T12:27:05.761" v="711" actId="20577"/>
          <ac:spMkLst>
            <pc:docMk/>
            <pc:sldMk cId="74462960" sldId="269"/>
            <ac:spMk id="16" creationId="{32E8FC1E-E379-2A71-AD32-3E3DBDC18755}"/>
          </ac:spMkLst>
        </pc:spChg>
        <pc:spChg chg="mod">
          <ac:chgData name="edibe yılmaz" userId="c5b8086cf0450f08" providerId="LiveId" clId="{FF14E87A-836D-47F1-B83A-3BA86BF6E679}" dt="2026-06-30T12:26:26.818" v="685" actId="20577"/>
          <ac:spMkLst>
            <pc:docMk/>
            <pc:sldMk cId="74462960" sldId="269"/>
            <ac:spMk id="18" creationId="{3A69C6FF-29E1-1669-DB67-C733D616C04F}"/>
          </ac:spMkLst>
        </pc:spChg>
        <pc:spChg chg="mod">
          <ac:chgData name="edibe yılmaz" userId="c5b8086cf0450f08" providerId="LiveId" clId="{FF14E87A-836D-47F1-B83A-3BA86BF6E679}" dt="2026-06-30T12:37:01.216" v="1173" actId="1076"/>
          <ac:spMkLst>
            <pc:docMk/>
            <pc:sldMk cId="74462960" sldId="269"/>
            <ac:spMk id="20" creationId="{9A0C1323-D1EC-2599-5786-DACF1B2FC87D}"/>
          </ac:spMkLst>
        </pc:spChg>
        <pc:spChg chg="mod">
          <ac:chgData name="edibe yılmaz" userId="c5b8086cf0450f08" providerId="LiveId" clId="{FF14E87A-836D-47F1-B83A-3BA86BF6E679}" dt="2026-06-30T12:37:06.438" v="1174" actId="1076"/>
          <ac:spMkLst>
            <pc:docMk/>
            <pc:sldMk cId="74462960" sldId="269"/>
            <ac:spMk id="21" creationId="{C73921F9-304B-BBF1-E2C6-8832DA0D73F4}"/>
          </ac:spMkLst>
        </pc:spChg>
        <pc:spChg chg="mod">
          <ac:chgData name="edibe yılmaz" userId="c5b8086cf0450f08" providerId="LiveId" clId="{FF14E87A-836D-47F1-B83A-3BA86BF6E679}" dt="2026-06-30T12:26:46.674" v="686" actId="1076"/>
          <ac:spMkLst>
            <pc:docMk/>
            <pc:sldMk cId="74462960" sldId="269"/>
            <ac:spMk id="24" creationId="{F8A09D70-426F-524D-A125-4D224F599842}"/>
          </ac:spMkLst>
        </pc:spChg>
        <pc:spChg chg="mod">
          <ac:chgData name="edibe yılmaz" userId="c5b8086cf0450f08" providerId="LiveId" clId="{FF14E87A-836D-47F1-B83A-3BA86BF6E679}" dt="2026-06-30T12:26:57.897" v="704" actId="20577"/>
          <ac:spMkLst>
            <pc:docMk/>
            <pc:sldMk cId="74462960" sldId="269"/>
            <ac:spMk id="25" creationId="{3A6DEA9F-612D-47C1-C752-9B870B0ADAAC}"/>
          </ac:spMkLst>
        </pc:spChg>
        <pc:spChg chg="mod">
          <ac:chgData name="edibe yılmaz" userId="c5b8086cf0450f08" providerId="LiveId" clId="{FF14E87A-836D-47F1-B83A-3BA86BF6E679}" dt="2026-06-30T12:37:15.333" v="1176" actId="1076"/>
          <ac:spMkLst>
            <pc:docMk/>
            <pc:sldMk cId="74462960" sldId="269"/>
            <ac:spMk id="26" creationId="{FEB54FBE-CD8C-BAE4-B594-32BF71F9F983}"/>
          </ac:spMkLst>
        </pc:spChg>
        <pc:spChg chg="mod">
          <ac:chgData name="edibe yılmaz" userId="c5b8086cf0450f08" providerId="LiveId" clId="{FF14E87A-836D-47F1-B83A-3BA86BF6E679}" dt="2026-06-30T12:37:09.666" v="1175" actId="1076"/>
          <ac:spMkLst>
            <pc:docMk/>
            <pc:sldMk cId="74462960" sldId="269"/>
            <ac:spMk id="27" creationId="{594D20C9-478F-5989-8A46-27D7DC351CC6}"/>
          </ac:spMkLst>
        </pc:spChg>
        <pc:picChg chg="add mod">
          <ac:chgData name="edibe yılmaz" userId="c5b8086cf0450f08" providerId="LiveId" clId="{FF14E87A-836D-47F1-B83A-3BA86BF6E679}" dt="2026-06-30T12:35:20.734" v="1162" actId="1076"/>
          <ac:picMkLst>
            <pc:docMk/>
            <pc:sldMk cId="74462960" sldId="269"/>
            <ac:picMk id="6" creationId="{5D19FDC9-566C-5F58-A64E-3CB31FF78BCA}"/>
          </ac:picMkLst>
        </pc:picChg>
        <pc:picChg chg="add mod">
          <ac:chgData name="edibe yılmaz" userId="c5b8086cf0450f08" providerId="LiveId" clId="{FF14E87A-836D-47F1-B83A-3BA86BF6E679}" dt="2026-06-30T12:36:58.101" v="1172" actId="1076"/>
          <ac:picMkLst>
            <pc:docMk/>
            <pc:sldMk cId="74462960" sldId="269"/>
            <ac:picMk id="12" creationId="{4BC385B6-799A-33AD-352F-DEC1D5F2FD4E}"/>
          </ac:picMkLst>
        </pc:picChg>
        <pc:picChg chg="add mod">
          <ac:chgData name="edibe yılmaz" userId="c5b8086cf0450f08" providerId="LiveId" clId="{FF14E87A-836D-47F1-B83A-3BA86BF6E679}" dt="2026-06-30T12:36:54.732" v="1171" actId="1076"/>
          <ac:picMkLst>
            <pc:docMk/>
            <pc:sldMk cId="74462960" sldId="269"/>
            <ac:picMk id="14" creationId="{FDD03FE1-E439-C6BA-5A91-C424C0842AD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5852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Sıcak ve enerjik: 'Merhaba Dil Dedektifleri! Bugün dünyanın neresinde olduğumuzu söylemeyi öğreneceğiz.' Görevi tanıt: 'Nerelisin?' sorusunu sormak ve 'Türkiyeliyim' veya 'Almanya'da yaşıyorum' demeyi başarmak. 'Hazır mısınız?' diye sor, 3 saniye bekle.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Görevleri sırayla oku: 'Nerelisin? sorusunu sormak ve Türkiyeliyim veya Almanya'da yaşıyorum demeyi başarmak.' Her birinden sonra kısa duraklama yap.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'Haritaya bakın! Hepimiz farklı yerlerdeyiz ama Türkçe bizi birleştiriyor.' Bu kültürel anlamı açıklarken sıcak bir ton kullan. 'Hadi şimdi kendi hikayemizi anlatalım!' diyerek geçiş yap.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D5CA7-4D4B-AE42-7540-1637B365A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B45651-B087-0A84-E43F-A171D8445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E71FF-BD9B-D8EE-4480-E44E98FB9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'Haritaya bakın! Hepimiz farklı yerlerdeyiz ama Türkçe bizi birleştiriyor.' Bu kültürel anlamı açıklarken sıcak bir ton kullan. 'Hadi şimdi kendi hikayemizi anlatalım!' diyerek geçiş yap.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3B1BF-B27B-6EF9-A6EC-BF4CFDF124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924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8715A-A2DF-E956-8392-07C5872EC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B2CBF6-E6FC-27BE-6874-296CFC845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35CDF-9510-E59C-8DE9-554D42B5F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'Haritaya bakın! Hepimiz farklı yerlerdeyiz ama Türkçe bizi birleştiriyor.' Bu kültürel anlamı açıklarken sıcak bir ton kullan. 'Hadi şimdi kendi hikayemizi anlatalım!' diyerek geçiş yap.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E7002-D779-C81A-32A8-3A28173A64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99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60434-0980-8240-8BE0-AE60F26CB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9F30A-DB0A-348D-6977-41F6E8D76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E323E4-7B3E-D0F7-8897-3A92C4364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'Haritaya bakın! Hepimiz farklı yerlerdeyiz ama Türkçe bizi birleştiriyor.' Bu kültürel anlamı açıklarken sıcak bir ton kullan. 'Hadi şimdi kendi hikayemizi anlatalım!' diyerek geçiş yap.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7C57D-AB90-A00E-04D1-8A4B35D1CD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06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Ağzını abartılı açarak söyle: 'Ne-re-li-sin?' Sessizlik bırak, öğrenci tekrar etsin. Bir daha söyle: 'Ne-re-li-sin?' Sessizlik bırak. 'Çok iyi! İşte bu kadar kolay.' 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'Eğer Türkiye'den geliyorsan: Tür-ki-ye-li-yim.' de, sessizlik bırak. Bir daha söyle, sessizlik bırak. 'Türkiyeli' kelimesine dikkat çek, sonuna 'yim' eklendiğini vurgula — elinle işaret ederek göster.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'Ben Almanya'da yaşıyorum' diyeceğim de, ekrana yazıyı getir. 'Şimdi siz: Al-man-ya-da... ya-şı-yo-rum' de, sessizlik bırak. 'Harika! Şimdi Hollanda için deneyelim: Hol-lan-da-da... ya-şı-yo-rum' de, sessizlik bırak. '-da' ekini vurgularken elinle işaret 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'Hepsini birleştirelim! Ben soruyorum, sen cevap ver:' de. 'Nerelisin?' sor, öğrencinin cevap vermesi için boşluk bırak. 'Nerede yaşıyorsun?' sor, yine boşluk bırak.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'Elinizde bir harita var mı? Kendi ülkeni işaretle.' de. 'Şimdi yüksek sesle söyle: Ben [Ülke Adı]'nda yaşıyorum.' Bunu söylerken gülümsemeyi unutma, çünkü kendi evini anlatıyorsun! 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'Kültür köşesi: Biz Türkler, birine Nerelisin diye sorduğumuzda karşımızdaki kişiyle bağ kurarız. Bu bir nezakettir.' de. 'Yarın okulda bir arkadaşına Nerelisin diye sor, bakalım sana ne diyecek!' diyerek kapat.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Tüm kelimeleri/kalıpları birlikte tekrar edin. Bugünkü başarı için kutlayın. 'Bir sonraki görevde görüşürüz!' diyerek kapat.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emo_2b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5760"/>
            <a:ext cx="274320" cy="274320"/>
          </a:xfrm>
          <a:prstGeom prst="rect">
            <a:avLst/>
          </a:prstGeom>
        </p:spPr>
      </p:pic>
      <p:pic>
        <p:nvPicPr>
          <p:cNvPr id="16" name="Picture 15" descr="emo_2b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457200"/>
            <a:ext cx="274320" cy="274320"/>
          </a:xfrm>
          <a:prstGeom prst="rect">
            <a:avLst/>
          </a:prstGeom>
        </p:spPr>
      </p:pic>
      <p:pic>
        <p:nvPicPr>
          <p:cNvPr id="17" name="Picture 16" descr="emo_2b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480560"/>
            <a:ext cx="274320" cy="274320"/>
          </a:xfrm>
          <a:prstGeom prst="rect">
            <a:avLst/>
          </a:prstGeom>
        </p:spPr>
      </p:pic>
      <p:pic>
        <p:nvPicPr>
          <p:cNvPr id="18" name="Picture 17" descr="emo_2b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663440"/>
            <a:ext cx="274320" cy="274320"/>
          </a:xfrm>
          <a:prstGeom prst="rect">
            <a:avLst/>
          </a:prstGeom>
        </p:spPr>
      </p:pic>
      <p:pic>
        <p:nvPicPr>
          <p:cNvPr id="19" name="Picture 18" descr="emo_2b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74320"/>
            <a:ext cx="274320" cy="274320"/>
          </a:xfrm>
          <a:prstGeom prst="rect">
            <a:avLst/>
          </a:prstGeom>
        </p:spPr>
      </p:pic>
      <p:pic>
        <p:nvPicPr>
          <p:cNvPr id="20" name="Picture 19" descr="emo_2b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4846320"/>
            <a:ext cx="274320" cy="274320"/>
          </a:xfrm>
          <a:prstGeom prst="rect">
            <a:avLst/>
          </a:prstGeom>
        </p:spPr>
      </p:pic>
      <p:pic>
        <p:nvPicPr>
          <p:cNvPr id="21" name="Picture 20" descr="emo_2b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937760"/>
            <a:ext cx="274320" cy="274320"/>
          </a:xfrm>
          <a:prstGeom prst="rect">
            <a:avLst/>
          </a:prstGeom>
        </p:spPr>
      </p:pic>
      <p:sp>
        <p:nvSpPr>
          <p:cNvPr id="9" name="Shape 7"/>
          <p:cNvSpPr/>
          <p:nvPr/>
        </p:nvSpPr>
        <p:spPr>
          <a:xfrm>
            <a:off x="3749040" y="457200"/>
            <a:ext cx="1645920" cy="1645920"/>
          </a:xfrm>
          <a:prstGeom prst="ellipse">
            <a:avLst/>
          </a:prstGeom>
          <a:solidFill>
            <a:srgbClr val="FBBF24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Picture 21" descr="emo_1f3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11" name="Text 9"/>
          <p:cNvSpPr/>
          <p:nvPr/>
        </p:nvSpPr>
        <p:spPr>
          <a:xfrm>
            <a:off x="457200" y="22860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DİL DEDEKTİFİ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DÜNYA TURU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651760" y="3794760"/>
            <a:ext cx="3840480" cy="594360"/>
          </a:xfrm>
          <a:prstGeom prst="roundRect">
            <a:avLst>
              <a:gd name="adj" fmla="val 23077"/>
            </a:avLst>
          </a:prstGeom>
          <a:solidFill>
            <a:srgbClr val="F9731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651760" y="3840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Başlangıç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Seviyesi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BUGÜNKÜ GÖREVİMİZ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777240"/>
          </a:xfrm>
          <a:prstGeom prst="roundRect">
            <a:avLst>
              <a:gd name="adj" fmla="val 14118"/>
            </a:avLst>
          </a:prstGeom>
          <a:solidFill>
            <a:srgbClr val="DBEAF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pic>
        <p:nvPicPr>
          <p:cNvPr id="33" name="Picture 32" descr="emo_27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" y="1496568"/>
            <a:ext cx="426720" cy="426720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1508760" y="1399032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'Nerelisin?' diye </a:t>
            </a:r>
            <a:r>
              <a:rPr lang="en-US" sz="18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sormayı</a:t>
            </a: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öğreneceğiz</a:t>
            </a: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777240"/>
          </a:xfrm>
          <a:prstGeom prst="roundRect">
            <a:avLst>
              <a:gd name="adj" fmla="val 14118"/>
            </a:avLst>
          </a:prstGeom>
          <a:solidFill>
            <a:srgbClr val="DCFCE7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4" name="Picture 33" descr="emo_1f1f9_1f1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20" y="2456688"/>
            <a:ext cx="426720" cy="426720"/>
          </a:xfrm>
          <a:prstGeom prst="rect">
            <a:avLst/>
          </a:prstGeom>
        </p:spPr>
      </p:pic>
      <p:sp>
        <p:nvSpPr>
          <p:cNvPr id="9" name="Text 7"/>
          <p:cNvSpPr/>
          <p:nvPr/>
        </p:nvSpPr>
        <p:spPr>
          <a:xfrm>
            <a:off x="1508760" y="2359152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'</a:t>
            </a:r>
            <a:r>
              <a:rPr lang="en-US" sz="18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Türkiyeliyim</a:t>
            </a: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.' </a:t>
            </a:r>
            <a:r>
              <a:rPr lang="en-US" sz="18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demeyi</a:t>
            </a: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öğreneceğiz</a:t>
            </a: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8046720" cy="777240"/>
          </a:xfrm>
          <a:prstGeom prst="roundRect">
            <a:avLst>
              <a:gd name="adj" fmla="val 14118"/>
            </a:avLst>
          </a:prstGeom>
          <a:solidFill>
            <a:srgbClr val="EDE9F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pic>
        <p:nvPicPr>
          <p:cNvPr id="35" name="Picture 34" descr="emo_1f3e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920" y="3416808"/>
            <a:ext cx="426720" cy="426720"/>
          </a:xfrm>
          <a:prstGeom prst="rect">
            <a:avLst/>
          </a:prstGeom>
        </p:spPr>
      </p:pic>
      <p:sp>
        <p:nvSpPr>
          <p:cNvPr id="12" name="Text 10"/>
          <p:cNvSpPr/>
          <p:nvPr/>
        </p:nvSpPr>
        <p:spPr>
          <a:xfrm>
            <a:off x="1508760" y="3319272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'...’da</a:t>
            </a:r>
            <a:r>
              <a:rPr lang="tr-TR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</a:t>
            </a: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yaşıyorum' </a:t>
            </a:r>
            <a:r>
              <a:rPr lang="en-US" sz="18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diyebileceğiz</a:t>
            </a: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17520" y="4389120"/>
            <a:ext cx="3108960" cy="502920"/>
          </a:xfrm>
          <a:prstGeom prst="roundRect">
            <a:avLst>
              <a:gd name="adj" fmla="val 49091"/>
            </a:avLst>
          </a:prstGeom>
          <a:solidFill>
            <a:srgbClr val="DC262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017520" y="4389120"/>
            <a:ext cx="3108960" cy="502920"/>
          </a:xfrm>
          <a:prstGeom prst="rect">
            <a:avLst/>
          </a:prstGeom>
          <a:noFill/>
          <a:ln/>
        </p:spPr>
        <p:txBody>
          <a:bodyPr wrap="square" lIns="35813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Hazır mısın?</a:t>
            </a:r>
            <a:endParaRPr lang="en-US" sz="1400" dirty="0"/>
          </a:p>
        </p:txBody>
      </p:sp>
      <p:pic>
        <p:nvPicPr>
          <p:cNvPr id="36" name="Picture 35" descr="emo_23f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0071" y="4538345"/>
            <a:ext cx="204469" cy="204469"/>
          </a:xfrm>
          <a:prstGeom prst="rect">
            <a:avLst/>
          </a:prstGeom>
        </p:spPr>
      </p:pic>
      <p:sp>
        <p:nvSpPr>
          <p:cNvPr id="15" name="CurriculumNote"/>
          <p:cNvSpPr/>
          <p:nvPr/>
        </p:nvSpPr>
        <p:spPr>
          <a:xfrm>
            <a:off x="274320" y="1074000"/>
            <a:ext cx="859536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tr-TR" sz="900" dirty="0">
                <a:solidFill>
                  <a:srgbClr val="94A3B8"/>
                </a:solidFill>
                <a:latin typeface="Calibri" pitchFamily="34" charset="0"/>
              </a:rPr>
              <a:t>2026 TTKD Öğretim Programı — 2. Seviye: 1B2; 3. Seviye: 1B3</a:t>
            </a:r>
            <a:endParaRPr lang="tr-TR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52959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HEPİMİZ FARKLI YERLERDEYİZ</a:t>
            </a:r>
            <a:endParaRPr lang="en-US" sz="2300" dirty="0"/>
          </a:p>
        </p:txBody>
      </p:sp>
      <p:pic>
        <p:nvPicPr>
          <p:cNvPr id="51" name="Picture 50" descr="emo_1f5fa_fe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274" y="289242"/>
            <a:ext cx="335915" cy="335915"/>
          </a:xfrm>
          <a:prstGeom prst="rect">
            <a:avLst/>
          </a:prstGeom>
        </p:spPr>
      </p:pic>
      <p:sp>
        <p:nvSpPr>
          <p:cNvPr id="8" name="Shape 3">
            <a:extLst>
              <a:ext uri="{FF2B5EF4-FFF2-40B4-BE49-F238E27FC236}">
                <a16:creationId xmlns:a16="http://schemas.microsoft.com/office/drawing/2014/main" id="{27C68BD7-7BE3-5A59-A997-2DD4287E532B}"/>
              </a:ext>
            </a:extLst>
          </p:cNvPr>
          <p:cNvSpPr/>
          <p:nvPr/>
        </p:nvSpPr>
        <p:spPr>
          <a:xfrm>
            <a:off x="323486" y="1093350"/>
            <a:ext cx="5011523" cy="886234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76A8E00-43E8-4D36-6F98-DA79C6DC5AD2}"/>
              </a:ext>
            </a:extLst>
          </p:cNvPr>
          <p:cNvSpPr/>
          <p:nvPr/>
        </p:nvSpPr>
        <p:spPr>
          <a:xfrm>
            <a:off x="506366" y="1116262"/>
            <a:ext cx="4772879" cy="771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 neredesin? Hollanda’da mısın?</a:t>
            </a:r>
            <a:endParaRPr lang="en-US" sz="1700" dirty="0"/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6944FAA8-76B3-67C3-967D-BC63CEF3D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350" y="1030957"/>
            <a:ext cx="1336243" cy="1011020"/>
          </a:xfrm>
          <a:prstGeom prst="rect">
            <a:avLst/>
          </a:prstGeom>
        </p:spPr>
      </p:pic>
      <p:sp>
        <p:nvSpPr>
          <p:cNvPr id="15" name="Shape 3">
            <a:extLst>
              <a:ext uri="{FF2B5EF4-FFF2-40B4-BE49-F238E27FC236}">
                <a16:creationId xmlns:a16="http://schemas.microsoft.com/office/drawing/2014/main" id="{A87F8D7C-DA0E-06D6-1E61-026088F13FDE}"/>
              </a:ext>
            </a:extLst>
          </p:cNvPr>
          <p:cNvSpPr/>
          <p:nvPr/>
        </p:nvSpPr>
        <p:spPr>
          <a:xfrm>
            <a:off x="7554376" y="1236290"/>
            <a:ext cx="1387496" cy="585123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5A6B2276-065C-8CD9-3FF4-FFFF57FF81AB}"/>
              </a:ext>
            </a:extLst>
          </p:cNvPr>
          <p:cNvSpPr/>
          <p:nvPr/>
        </p:nvSpPr>
        <p:spPr>
          <a:xfrm>
            <a:off x="7554376" y="1236290"/>
            <a:ext cx="1321425" cy="585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Hollanda</a:t>
            </a:r>
            <a:endParaRPr lang="en-US" sz="17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088589E6-D4BC-8C77-98AC-0E11D3CD1980}"/>
              </a:ext>
            </a:extLst>
          </p:cNvPr>
          <p:cNvSpPr/>
          <p:nvPr/>
        </p:nvSpPr>
        <p:spPr>
          <a:xfrm>
            <a:off x="323486" y="2257295"/>
            <a:ext cx="5011523" cy="886234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967DD380-093C-CA66-4F4C-77D2A4E33EE7}"/>
              </a:ext>
            </a:extLst>
          </p:cNvPr>
          <p:cNvSpPr/>
          <p:nvPr/>
        </p:nvSpPr>
        <p:spPr>
          <a:xfrm>
            <a:off x="506366" y="2280207"/>
            <a:ext cx="4772879" cy="771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Amerika’da mısın?</a:t>
            </a:r>
            <a:endParaRPr lang="en-US" sz="170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BE008BA0-CBB5-EE1F-794C-BD4A94DAF71F}"/>
              </a:ext>
            </a:extLst>
          </p:cNvPr>
          <p:cNvSpPr/>
          <p:nvPr/>
        </p:nvSpPr>
        <p:spPr>
          <a:xfrm>
            <a:off x="7554376" y="2400235"/>
            <a:ext cx="1387496" cy="585123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5D44F358-D257-CBB3-A506-D36DF9662E50}"/>
              </a:ext>
            </a:extLst>
          </p:cNvPr>
          <p:cNvSpPr/>
          <p:nvPr/>
        </p:nvSpPr>
        <p:spPr>
          <a:xfrm>
            <a:off x="7554376" y="2400235"/>
            <a:ext cx="1321425" cy="585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Amerika</a:t>
            </a:r>
            <a:endParaRPr lang="en-US" sz="1700" dirty="0"/>
          </a:p>
        </p:txBody>
      </p:sp>
      <p:pic>
        <p:nvPicPr>
          <p:cNvPr id="23" name="Resim 22">
            <a:extLst>
              <a:ext uri="{FF2B5EF4-FFF2-40B4-BE49-F238E27FC236}">
                <a16:creationId xmlns:a16="http://schemas.microsoft.com/office/drawing/2014/main" id="{8619086C-ECD0-8CE6-3713-1B9E2CB689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9984" y="2238222"/>
            <a:ext cx="1387496" cy="855849"/>
          </a:xfrm>
          <a:prstGeom prst="rect">
            <a:avLst/>
          </a:prstGeom>
        </p:spPr>
      </p:pic>
      <p:sp>
        <p:nvSpPr>
          <p:cNvPr id="24" name="Shape 3">
            <a:extLst>
              <a:ext uri="{FF2B5EF4-FFF2-40B4-BE49-F238E27FC236}">
                <a16:creationId xmlns:a16="http://schemas.microsoft.com/office/drawing/2014/main" id="{98402735-5375-8016-C1B4-2B8593FFA7D7}"/>
              </a:ext>
            </a:extLst>
          </p:cNvPr>
          <p:cNvSpPr/>
          <p:nvPr/>
        </p:nvSpPr>
        <p:spPr>
          <a:xfrm>
            <a:off x="273109" y="3438557"/>
            <a:ext cx="5011523" cy="886234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A864FD6D-638E-94A7-4CF7-77473A5D5BB0}"/>
              </a:ext>
            </a:extLst>
          </p:cNvPr>
          <p:cNvSpPr/>
          <p:nvPr/>
        </p:nvSpPr>
        <p:spPr>
          <a:xfrm>
            <a:off x="455989" y="3461469"/>
            <a:ext cx="4772879" cy="771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Norveç’te misin?</a:t>
            </a:r>
            <a:endParaRPr lang="en-US" sz="1700" dirty="0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8D555172-8475-DC87-77CB-A3FFAEC5CAB1}"/>
              </a:ext>
            </a:extLst>
          </p:cNvPr>
          <p:cNvSpPr/>
          <p:nvPr/>
        </p:nvSpPr>
        <p:spPr>
          <a:xfrm>
            <a:off x="7554376" y="3581496"/>
            <a:ext cx="1387496" cy="585123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417E23A8-8B8F-F51F-77AC-F7019676812C}"/>
              </a:ext>
            </a:extLst>
          </p:cNvPr>
          <p:cNvSpPr/>
          <p:nvPr/>
        </p:nvSpPr>
        <p:spPr>
          <a:xfrm>
            <a:off x="7554376" y="3581497"/>
            <a:ext cx="1321425" cy="585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Norveç</a:t>
            </a:r>
            <a:endParaRPr lang="en-US" sz="1700" dirty="0"/>
          </a:p>
        </p:txBody>
      </p:sp>
      <p:pic>
        <p:nvPicPr>
          <p:cNvPr id="30" name="Resim 29">
            <a:extLst>
              <a:ext uri="{FF2B5EF4-FFF2-40B4-BE49-F238E27FC236}">
                <a16:creationId xmlns:a16="http://schemas.microsoft.com/office/drawing/2014/main" id="{0EAF6334-AC35-5A0D-5EC7-914A0D8A23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4001" y="3355516"/>
            <a:ext cx="1403479" cy="10370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  <p:bldP spid="18" grpId="0" animBg="1"/>
      <p:bldP spid="21" grpId="0" animBg="1"/>
      <p:bldP spid="25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A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B04D5D-1D36-4828-981E-1550DBF44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BCD729-00E5-3C31-BF90-6551D9143A02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52B984-6069-7F04-1662-6CC1CD906F54}"/>
              </a:ext>
            </a:extLst>
          </p:cNvPr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52959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HEPİMİZ FARKLI YERLERDEYİZ</a:t>
            </a:r>
            <a:endParaRPr lang="en-US" sz="2300" dirty="0"/>
          </a:p>
        </p:txBody>
      </p:sp>
      <p:pic>
        <p:nvPicPr>
          <p:cNvPr id="51" name="Picture 50" descr="emo_1f5fa_fe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274" y="289242"/>
            <a:ext cx="335915" cy="335915"/>
          </a:xfrm>
          <a:prstGeom prst="rect">
            <a:avLst/>
          </a:prstGeom>
        </p:spPr>
      </p:pic>
      <p:sp>
        <p:nvSpPr>
          <p:cNvPr id="8" name="Shape 3">
            <a:extLst>
              <a:ext uri="{FF2B5EF4-FFF2-40B4-BE49-F238E27FC236}">
                <a16:creationId xmlns:a16="http://schemas.microsoft.com/office/drawing/2014/main" id="{5F46A37B-0272-67AA-DA3A-D9355C8EC731}"/>
              </a:ext>
            </a:extLst>
          </p:cNvPr>
          <p:cNvSpPr/>
          <p:nvPr/>
        </p:nvSpPr>
        <p:spPr>
          <a:xfrm>
            <a:off x="323486" y="1093350"/>
            <a:ext cx="5011523" cy="886234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67AD162-2D59-D01E-74E3-DE99B48674A8}"/>
              </a:ext>
            </a:extLst>
          </p:cNvPr>
          <p:cNvSpPr/>
          <p:nvPr/>
        </p:nvSpPr>
        <p:spPr>
          <a:xfrm>
            <a:off x="506366" y="1116262"/>
            <a:ext cx="4772879" cy="771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Çin’de misin?</a:t>
            </a:r>
            <a:endParaRPr lang="en-US" sz="17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D258799E-FA81-B209-09E6-79F4E76B135D}"/>
              </a:ext>
            </a:extLst>
          </p:cNvPr>
          <p:cNvSpPr/>
          <p:nvPr/>
        </p:nvSpPr>
        <p:spPr>
          <a:xfrm>
            <a:off x="7554376" y="1236290"/>
            <a:ext cx="1387496" cy="585123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DF1650AB-2BC3-2EBD-91DD-C1375A6F3858}"/>
              </a:ext>
            </a:extLst>
          </p:cNvPr>
          <p:cNvSpPr/>
          <p:nvPr/>
        </p:nvSpPr>
        <p:spPr>
          <a:xfrm>
            <a:off x="7554376" y="1236290"/>
            <a:ext cx="1321425" cy="585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Çin</a:t>
            </a:r>
            <a:endParaRPr lang="en-US" sz="17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8135D0F7-6D66-D8F6-5F76-49B124874483}"/>
              </a:ext>
            </a:extLst>
          </p:cNvPr>
          <p:cNvSpPr/>
          <p:nvPr/>
        </p:nvSpPr>
        <p:spPr>
          <a:xfrm>
            <a:off x="323486" y="2257295"/>
            <a:ext cx="5011523" cy="886234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397E602A-35EF-0DDA-439D-F8669AD52A79}"/>
              </a:ext>
            </a:extLst>
          </p:cNvPr>
          <p:cNvSpPr/>
          <p:nvPr/>
        </p:nvSpPr>
        <p:spPr>
          <a:xfrm>
            <a:off x="506366" y="2280207"/>
            <a:ext cx="4772879" cy="771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Danimarka’da mısın?</a:t>
            </a:r>
            <a:endParaRPr lang="en-US" sz="170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23167DDB-00D1-7990-9324-5337443493C8}"/>
              </a:ext>
            </a:extLst>
          </p:cNvPr>
          <p:cNvSpPr/>
          <p:nvPr/>
        </p:nvSpPr>
        <p:spPr>
          <a:xfrm>
            <a:off x="7554376" y="2400235"/>
            <a:ext cx="1387496" cy="585123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D84328E0-3A95-6ACB-1BFA-4C259F6C7665}"/>
              </a:ext>
            </a:extLst>
          </p:cNvPr>
          <p:cNvSpPr/>
          <p:nvPr/>
        </p:nvSpPr>
        <p:spPr>
          <a:xfrm>
            <a:off x="7554376" y="2400235"/>
            <a:ext cx="1321425" cy="585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Danimarka</a:t>
            </a:r>
            <a:endParaRPr lang="en-US" sz="1700" dirty="0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EB3B86AD-03DD-F57A-87F3-6CEFBC782DDD}"/>
              </a:ext>
            </a:extLst>
          </p:cNvPr>
          <p:cNvSpPr/>
          <p:nvPr/>
        </p:nvSpPr>
        <p:spPr>
          <a:xfrm>
            <a:off x="336666" y="3438557"/>
            <a:ext cx="5011523" cy="886234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E4D97BCF-D31C-EFE1-4247-409F3096BD7C}"/>
              </a:ext>
            </a:extLst>
          </p:cNvPr>
          <p:cNvSpPr/>
          <p:nvPr/>
        </p:nvSpPr>
        <p:spPr>
          <a:xfrm>
            <a:off x="455989" y="3461469"/>
            <a:ext cx="4772879" cy="771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Bosna Hersek’te misin?</a:t>
            </a:r>
            <a:endParaRPr lang="en-US" sz="1700" dirty="0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FD256FC6-DA97-B7FD-F86B-34970810F78A}"/>
              </a:ext>
            </a:extLst>
          </p:cNvPr>
          <p:cNvSpPr/>
          <p:nvPr/>
        </p:nvSpPr>
        <p:spPr>
          <a:xfrm>
            <a:off x="7554376" y="3589112"/>
            <a:ext cx="1387496" cy="585123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DA716457-490C-F9DD-0E74-BECEEDE9F186}"/>
              </a:ext>
            </a:extLst>
          </p:cNvPr>
          <p:cNvSpPr/>
          <p:nvPr/>
        </p:nvSpPr>
        <p:spPr>
          <a:xfrm>
            <a:off x="7554376" y="3581497"/>
            <a:ext cx="1321425" cy="585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Bosna Hersek</a:t>
            </a:r>
            <a:endParaRPr lang="en-US" sz="17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9A902BC8-0022-9B79-EFC2-0EF6EED30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4000" y="1093349"/>
            <a:ext cx="1387495" cy="99196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5B170545-268B-808C-2148-47A3E48DF5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4002" y="2184602"/>
            <a:ext cx="1387494" cy="1065397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6A4CE324-08E9-3D9E-C958-BA1C15B0A4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4002" y="3360737"/>
            <a:ext cx="1387494" cy="96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33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  <p:bldP spid="18" grpId="0" animBg="1"/>
      <p:bldP spid="21" grpId="0" animBg="1"/>
      <p:bldP spid="25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A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1DF476-1D1A-E6B4-C42F-7FE5832F1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A0ED933-5C9F-4DD3-FE55-3310CF9EAFC6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0C0DD8E-E8FE-38E0-1ACE-3443B4DC6351}"/>
              </a:ext>
            </a:extLst>
          </p:cNvPr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52959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HEPİMİZ FARKLI YERLERDEYİZ</a:t>
            </a:r>
            <a:endParaRPr lang="en-US" sz="2300" dirty="0"/>
          </a:p>
        </p:txBody>
      </p:sp>
      <p:pic>
        <p:nvPicPr>
          <p:cNvPr id="51" name="Picture 50" descr="emo_1f5fa_fe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274" y="289242"/>
            <a:ext cx="335915" cy="335915"/>
          </a:xfrm>
          <a:prstGeom prst="rect">
            <a:avLst/>
          </a:prstGeom>
        </p:spPr>
      </p:pic>
      <p:sp>
        <p:nvSpPr>
          <p:cNvPr id="8" name="Shape 3">
            <a:extLst>
              <a:ext uri="{FF2B5EF4-FFF2-40B4-BE49-F238E27FC236}">
                <a16:creationId xmlns:a16="http://schemas.microsoft.com/office/drawing/2014/main" id="{6E7D1C49-859A-594B-DA24-65D07F6A4755}"/>
              </a:ext>
            </a:extLst>
          </p:cNvPr>
          <p:cNvSpPr/>
          <p:nvPr/>
        </p:nvSpPr>
        <p:spPr>
          <a:xfrm>
            <a:off x="323486" y="1093350"/>
            <a:ext cx="5011523" cy="886234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C45A9D8A-F2B1-80AF-4AA9-0C731B1E58DD}"/>
              </a:ext>
            </a:extLst>
          </p:cNvPr>
          <p:cNvSpPr/>
          <p:nvPr/>
        </p:nvSpPr>
        <p:spPr>
          <a:xfrm>
            <a:off x="506366" y="1116262"/>
            <a:ext cx="4772879" cy="771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İspanya’da mısın?</a:t>
            </a:r>
            <a:endParaRPr lang="en-US" sz="17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EB0A2356-9282-581E-854A-BF9C485735B0}"/>
              </a:ext>
            </a:extLst>
          </p:cNvPr>
          <p:cNvSpPr/>
          <p:nvPr/>
        </p:nvSpPr>
        <p:spPr>
          <a:xfrm>
            <a:off x="7554376" y="1236290"/>
            <a:ext cx="1387496" cy="585123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32E8FC1E-E379-2A71-AD32-3E3DBDC18755}"/>
              </a:ext>
            </a:extLst>
          </p:cNvPr>
          <p:cNvSpPr/>
          <p:nvPr/>
        </p:nvSpPr>
        <p:spPr>
          <a:xfrm>
            <a:off x="7554376" y="1236290"/>
            <a:ext cx="1321425" cy="585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İspanya</a:t>
            </a:r>
            <a:endParaRPr lang="en-US" sz="17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A6037CE1-D670-E5B4-C1A4-D13F81D6608D}"/>
              </a:ext>
            </a:extLst>
          </p:cNvPr>
          <p:cNvSpPr/>
          <p:nvPr/>
        </p:nvSpPr>
        <p:spPr>
          <a:xfrm>
            <a:off x="323486" y="2257295"/>
            <a:ext cx="5011523" cy="886234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3A69C6FF-29E1-1669-DB67-C733D616C04F}"/>
              </a:ext>
            </a:extLst>
          </p:cNvPr>
          <p:cNvSpPr/>
          <p:nvPr/>
        </p:nvSpPr>
        <p:spPr>
          <a:xfrm>
            <a:off x="506366" y="2280207"/>
            <a:ext cx="4772879" cy="771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Senegal’de misin?</a:t>
            </a:r>
            <a:endParaRPr lang="en-US" sz="170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9A0C1323-D1EC-2599-5786-DACF1B2FC87D}"/>
              </a:ext>
            </a:extLst>
          </p:cNvPr>
          <p:cNvSpPr/>
          <p:nvPr/>
        </p:nvSpPr>
        <p:spPr>
          <a:xfrm>
            <a:off x="7554376" y="2372162"/>
            <a:ext cx="1387496" cy="585123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C73921F9-304B-BBF1-E2C6-8832DA0D73F4}"/>
              </a:ext>
            </a:extLst>
          </p:cNvPr>
          <p:cNvSpPr/>
          <p:nvPr/>
        </p:nvSpPr>
        <p:spPr>
          <a:xfrm>
            <a:off x="7554376" y="2361362"/>
            <a:ext cx="1321425" cy="585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Senegal</a:t>
            </a:r>
            <a:endParaRPr lang="en-US" sz="1700" dirty="0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F8A09D70-426F-524D-A125-4D224F599842}"/>
              </a:ext>
            </a:extLst>
          </p:cNvPr>
          <p:cNvSpPr/>
          <p:nvPr/>
        </p:nvSpPr>
        <p:spPr>
          <a:xfrm>
            <a:off x="336666" y="3402011"/>
            <a:ext cx="5011523" cy="886234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3A6DEA9F-612D-47C1-C752-9B870B0ADAAC}"/>
              </a:ext>
            </a:extLst>
          </p:cNvPr>
          <p:cNvSpPr/>
          <p:nvPr/>
        </p:nvSpPr>
        <p:spPr>
          <a:xfrm>
            <a:off x="455989" y="3461469"/>
            <a:ext cx="4772879" cy="771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Karadağ’da mısın?</a:t>
            </a:r>
            <a:endParaRPr lang="en-US" sz="1700" dirty="0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FEB54FBE-CD8C-BAE4-B594-32BF71F9F983}"/>
              </a:ext>
            </a:extLst>
          </p:cNvPr>
          <p:cNvSpPr/>
          <p:nvPr/>
        </p:nvSpPr>
        <p:spPr>
          <a:xfrm>
            <a:off x="7570070" y="3541766"/>
            <a:ext cx="1387496" cy="585123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594D20C9-478F-5989-8A46-27D7DC351CC6}"/>
              </a:ext>
            </a:extLst>
          </p:cNvPr>
          <p:cNvSpPr/>
          <p:nvPr/>
        </p:nvSpPr>
        <p:spPr>
          <a:xfrm>
            <a:off x="7570070" y="3552567"/>
            <a:ext cx="1321425" cy="585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Karadağ</a:t>
            </a:r>
            <a:endParaRPr lang="en-US" sz="1700"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5D19FDC9-566C-5F58-A64E-3CB31FF78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5479" y="1014267"/>
            <a:ext cx="1442255" cy="998483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4BC385B6-799A-33AD-352F-DEC1D5F2FD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5479" y="2268637"/>
            <a:ext cx="1461797" cy="914400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FDD03FE1-E439-C6BA-5A91-C424C0842A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5479" y="3462251"/>
            <a:ext cx="1528695" cy="72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62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  <p:bldP spid="18" grpId="0" animBg="1"/>
      <p:bldP spid="21" grpId="0" animBg="1"/>
      <p:bldP spid="25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A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CBBBD2-8FC3-4B4D-D772-7C3F1B621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62701A-2ACE-F4F3-125E-6D7C4A3DD203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8F56E6F-825D-DC7C-CCDC-6144A20EF48B}"/>
              </a:ext>
            </a:extLst>
          </p:cNvPr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52959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HEPİMİZ FARKLI YERLERDEYİZ</a:t>
            </a:r>
            <a:endParaRPr lang="en-US" sz="2300" dirty="0"/>
          </a:p>
        </p:txBody>
      </p:sp>
      <p:pic>
        <p:nvPicPr>
          <p:cNvPr id="25" name="Picture 24" descr="emo_1f5fa_fe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274" y="289242"/>
            <a:ext cx="335915" cy="335915"/>
          </a:xfrm>
          <a:prstGeom prst="rect">
            <a:avLst/>
          </a:prstGeom>
        </p:spPr>
      </p:pic>
      <p:pic>
        <p:nvPicPr>
          <p:cNvPr id="26" name="Picture 25" descr="emo_1f3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551" y="948552"/>
            <a:ext cx="1371600" cy="1371600"/>
          </a:xfrm>
          <a:prstGeom prst="rect">
            <a:avLst/>
          </a:prstGeom>
        </p:spPr>
      </p:pic>
      <p:sp>
        <p:nvSpPr>
          <p:cNvPr id="5" name="Shape 3">
            <a:extLst>
              <a:ext uri="{FF2B5EF4-FFF2-40B4-BE49-F238E27FC236}">
                <a16:creationId xmlns:a16="http://schemas.microsoft.com/office/drawing/2014/main" id="{C3BA9CF5-71D3-47BD-E456-E4F91FEF20FC}"/>
              </a:ext>
            </a:extLst>
          </p:cNvPr>
          <p:cNvSpPr/>
          <p:nvPr/>
        </p:nvSpPr>
        <p:spPr>
          <a:xfrm>
            <a:off x="3406556" y="2390950"/>
            <a:ext cx="1946943" cy="578615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518D762-F026-F62D-DF3D-A2712A1F9836}"/>
              </a:ext>
            </a:extLst>
          </p:cNvPr>
          <p:cNvSpPr/>
          <p:nvPr/>
        </p:nvSpPr>
        <p:spPr>
          <a:xfrm>
            <a:off x="3387236" y="2390950"/>
            <a:ext cx="1854231" cy="503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Türkçede </a:t>
            </a: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4B77E993-3B0D-EDD2-35F6-91C7237C06E1}"/>
              </a:ext>
            </a:extLst>
          </p:cNvPr>
          <p:cNvSpPr/>
          <p:nvPr/>
        </p:nvSpPr>
        <p:spPr>
          <a:xfrm>
            <a:off x="1102437" y="3195816"/>
            <a:ext cx="2541548" cy="717803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06BD167-6EB2-ECB3-A984-EE8BF7C3917B}"/>
              </a:ext>
            </a:extLst>
          </p:cNvPr>
          <p:cNvSpPr/>
          <p:nvPr/>
        </p:nvSpPr>
        <p:spPr>
          <a:xfrm>
            <a:off x="1285317" y="3218728"/>
            <a:ext cx="2420522" cy="6251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Nerelisin?</a:t>
            </a:r>
            <a:endParaRPr lang="en-US" sz="17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582C6F7D-7519-9FEE-67AF-C178B8A5C68E}"/>
              </a:ext>
            </a:extLst>
          </p:cNvPr>
          <p:cNvSpPr/>
          <p:nvPr/>
        </p:nvSpPr>
        <p:spPr>
          <a:xfrm>
            <a:off x="5058587" y="3210558"/>
            <a:ext cx="2541548" cy="717803"/>
          </a:xfrm>
          <a:prstGeom prst="roundRect">
            <a:avLst>
              <a:gd name="adj" fmla="val 11613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33C7B507-F8D1-8D04-8B2B-43C40D8E7346}"/>
              </a:ext>
            </a:extLst>
          </p:cNvPr>
          <p:cNvSpPr/>
          <p:nvPr/>
        </p:nvSpPr>
        <p:spPr>
          <a:xfrm>
            <a:off x="5241467" y="3233470"/>
            <a:ext cx="2420522" cy="6251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Memleketin neresi?</a:t>
            </a:r>
            <a:endParaRPr lang="en-US" sz="1700" dirty="0"/>
          </a:p>
        </p:txBody>
      </p:sp>
      <p:sp>
        <p:nvSpPr>
          <p:cNvPr id="12" name="Ok: Sağ 11">
            <a:extLst>
              <a:ext uri="{FF2B5EF4-FFF2-40B4-BE49-F238E27FC236}">
                <a16:creationId xmlns:a16="http://schemas.microsoft.com/office/drawing/2014/main" id="{DC48D393-8DFE-E5C1-A474-4AE170A3627A}"/>
              </a:ext>
            </a:extLst>
          </p:cNvPr>
          <p:cNvSpPr/>
          <p:nvPr/>
        </p:nvSpPr>
        <p:spPr>
          <a:xfrm>
            <a:off x="4024281" y="3527254"/>
            <a:ext cx="67823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92026BE5-8307-70BD-CBE6-30C647070655}"/>
              </a:ext>
            </a:extLst>
          </p:cNvPr>
          <p:cNvSpPr/>
          <p:nvPr/>
        </p:nvSpPr>
        <p:spPr>
          <a:xfrm>
            <a:off x="2186052" y="4116958"/>
            <a:ext cx="4900516" cy="717803"/>
          </a:xfrm>
          <a:prstGeom prst="roundRect">
            <a:avLst>
              <a:gd name="adj" fmla="val 11613"/>
            </a:avLst>
          </a:prstGeom>
          <a:solidFill>
            <a:srgbClr val="FF000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38AA1CF2-8022-2374-7156-7F923B83EC68}"/>
              </a:ext>
            </a:extLst>
          </p:cNvPr>
          <p:cNvSpPr/>
          <p:nvPr/>
        </p:nvSpPr>
        <p:spPr>
          <a:xfrm>
            <a:off x="2368932" y="4139870"/>
            <a:ext cx="4667158" cy="6251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Memleketim Türkiye.</a:t>
            </a:r>
            <a:endParaRPr lang="en-US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859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624838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SORUYU SORALIM</a:t>
            </a:r>
            <a:endParaRPr lang="en-US" sz="2800" dirty="0"/>
          </a:p>
        </p:txBody>
      </p:sp>
      <p:pic>
        <p:nvPicPr>
          <p:cNvPr id="21" name="Picture 20" descr="emo_27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495" y="252730"/>
            <a:ext cx="408939" cy="408939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731520" y="1097280"/>
            <a:ext cx="7680960" cy="146304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Nerelisin?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1371600" y="2788920"/>
            <a:ext cx="6400800" cy="116586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371600" y="3058819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</a:t>
            </a:r>
            <a:r>
              <a:rPr lang="tr-TR" sz="4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tr-TR" sz="4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</a:t>
            </a:r>
            <a:r>
              <a:rPr lang="tr-TR" sz="4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tr-TR" sz="4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</a:t>
            </a:r>
            <a:r>
              <a:rPr lang="tr-TR" sz="4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tr-TR" sz="4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</a:t>
            </a:r>
            <a:r>
              <a:rPr lang="en-US" sz="4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3017520" y="4318270"/>
            <a:ext cx="3108960" cy="502920"/>
          </a:xfrm>
          <a:prstGeom prst="roundRect">
            <a:avLst>
              <a:gd name="adj" fmla="val 49091"/>
            </a:avLst>
          </a:prstGeom>
          <a:solidFill>
            <a:srgbClr val="DC262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017520" y="4318270"/>
            <a:ext cx="3108960" cy="502920"/>
          </a:xfrm>
          <a:prstGeom prst="rect">
            <a:avLst/>
          </a:prstGeom>
          <a:noFill/>
          <a:ln/>
        </p:spPr>
        <p:txBody>
          <a:bodyPr wrap="square" lIns="35813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Tekrar Et!</a:t>
            </a:r>
            <a:endParaRPr lang="en-US" sz="1400" dirty="0"/>
          </a:p>
        </p:txBody>
      </p:sp>
      <p:pic>
        <p:nvPicPr>
          <p:cNvPr id="22" name="Picture 21" descr="emo_23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0211" y="4467495"/>
            <a:ext cx="204469" cy="2044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CF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624838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CEVAP VERİYORUZ</a:t>
            </a:r>
            <a:endParaRPr lang="en-US" sz="2800" dirty="0"/>
          </a:p>
        </p:txBody>
      </p:sp>
      <p:pic>
        <p:nvPicPr>
          <p:cNvPr id="27" name="Picture 26" descr="emo_1f1f9_1f1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516" y="252730"/>
            <a:ext cx="408939" cy="408939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731520" y="1097280"/>
            <a:ext cx="7680960" cy="1463040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Türkiyeliyim.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97280" y="2852928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</a:t>
            </a:r>
            <a:r>
              <a:rPr lang="en-US" sz="2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</a:t>
            </a:r>
            <a:r>
              <a:rPr lang="en-US" sz="2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</a:t>
            </a:r>
            <a:r>
              <a:rPr lang="en-US" sz="2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800" b="1" dirty="0">
                <a:solidFill>
                  <a:srgbClr val="1E293B"/>
                </a:solidFill>
                <a:highlight>
                  <a:srgbClr val="C0C0C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li</a:t>
            </a:r>
            <a:r>
              <a:rPr lang="en-US" sz="2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yim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97280" y="3703320"/>
            <a:ext cx="6949440" cy="548640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234440" y="3703320"/>
            <a:ext cx="6675120" cy="548640"/>
          </a:xfrm>
          <a:prstGeom prst="rect">
            <a:avLst/>
          </a:prstGeom>
          <a:noFill/>
          <a:ln/>
        </p:spPr>
        <p:txBody>
          <a:bodyPr wrap="square" lIns="33908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Kırmızı kısım: 'yim' eki — bu senin kim olduğunu söyler!</a:t>
            </a:r>
            <a:endParaRPr lang="en-US" sz="1300" dirty="0"/>
          </a:p>
        </p:txBody>
      </p:sp>
      <p:pic>
        <p:nvPicPr>
          <p:cNvPr id="28" name="Picture 27" descr="emo_1f4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3826" y="3882708"/>
            <a:ext cx="189864" cy="189864"/>
          </a:xfrm>
          <a:prstGeom prst="rect">
            <a:avLst/>
          </a:prstGeom>
        </p:spPr>
      </p:pic>
      <p:sp>
        <p:nvSpPr>
          <p:cNvPr id="10" name="Shape 8"/>
          <p:cNvSpPr/>
          <p:nvPr/>
        </p:nvSpPr>
        <p:spPr>
          <a:xfrm>
            <a:off x="3017520" y="4434840"/>
            <a:ext cx="3108960" cy="502920"/>
          </a:xfrm>
          <a:prstGeom prst="roundRect">
            <a:avLst>
              <a:gd name="adj" fmla="val 49091"/>
            </a:avLst>
          </a:prstGeom>
          <a:solidFill>
            <a:srgbClr val="DC262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017520" y="4434840"/>
            <a:ext cx="3108960" cy="502920"/>
          </a:xfrm>
          <a:prstGeom prst="rect">
            <a:avLst/>
          </a:prstGeom>
          <a:noFill/>
          <a:ln/>
        </p:spPr>
        <p:txBody>
          <a:bodyPr wrap="square" lIns="35813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Tekrar Et!</a:t>
            </a:r>
            <a:endParaRPr lang="en-US" sz="1400" dirty="0"/>
          </a:p>
        </p:txBody>
      </p:sp>
      <p:pic>
        <p:nvPicPr>
          <p:cNvPr id="29" name="Picture 28" descr="emo_23f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0211" y="4584065"/>
            <a:ext cx="204469" cy="2044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586738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NEREDE YAŞIYORSUN?</a:t>
            </a:r>
            <a:endParaRPr lang="en-US" sz="2600" dirty="0"/>
          </a:p>
        </p:txBody>
      </p:sp>
      <p:pic>
        <p:nvPicPr>
          <p:cNvPr id="28" name="Picture 27" descr="emo_1f3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082" y="267335"/>
            <a:ext cx="379729" cy="379729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4230462" y="1113390"/>
            <a:ext cx="3931920" cy="804188"/>
          </a:xfrm>
          <a:prstGeom prst="roundRect">
            <a:avLst>
              <a:gd name="adj" fmla="val 11613"/>
            </a:avLst>
          </a:prstGeom>
          <a:solidFill>
            <a:srgbClr val="7C3AED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367622" y="1129500"/>
            <a:ext cx="3657600" cy="700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Türkiye</a:t>
            </a:r>
            <a:r>
              <a:rPr lang="en-US" sz="1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’d</a:t>
            </a:r>
            <a:r>
              <a:rPr lang="tr-TR" sz="1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yaşıyorum.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230462" y="2243699"/>
            <a:ext cx="3931920" cy="804188"/>
          </a:xfrm>
          <a:prstGeom prst="roundRect">
            <a:avLst>
              <a:gd name="adj" fmla="val 11613"/>
            </a:avLst>
          </a:prstGeom>
          <a:solidFill>
            <a:srgbClr val="7C3AED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410012" y="2330138"/>
            <a:ext cx="3657600" cy="700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Bulgaristan</a:t>
            </a:r>
            <a:r>
              <a:rPr lang="en-US" sz="1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'da</a:t>
            </a: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yaşıyorum.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92902" y="4606782"/>
            <a:ext cx="6949440" cy="548640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98132" y="4635698"/>
            <a:ext cx="6949440" cy="548640"/>
          </a:xfrm>
          <a:prstGeom prst="rect">
            <a:avLst/>
          </a:prstGeom>
          <a:noFill/>
          <a:ln/>
        </p:spPr>
        <p:txBody>
          <a:bodyPr wrap="square" lIns="33908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'-da/-de' eki yer bildirir! Elinle işaret et.</a:t>
            </a:r>
            <a:endParaRPr lang="en-US" sz="1300" dirty="0"/>
          </a:p>
        </p:txBody>
      </p:sp>
      <p:pic>
        <p:nvPicPr>
          <p:cNvPr id="29" name="Picture 28" descr="emo_1f4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710" y="4815086"/>
            <a:ext cx="189864" cy="189864"/>
          </a:xfrm>
          <a:prstGeom prst="rect">
            <a:avLst/>
          </a:prstGeom>
        </p:spPr>
      </p:pic>
      <p:sp>
        <p:nvSpPr>
          <p:cNvPr id="18" name="Shape 2">
            <a:extLst>
              <a:ext uri="{FF2B5EF4-FFF2-40B4-BE49-F238E27FC236}">
                <a16:creationId xmlns:a16="http://schemas.microsoft.com/office/drawing/2014/main" id="{9AD2EEBC-A4C3-50BF-7E1F-9249FD7B5296}"/>
              </a:ext>
            </a:extLst>
          </p:cNvPr>
          <p:cNvSpPr/>
          <p:nvPr/>
        </p:nvSpPr>
        <p:spPr>
          <a:xfrm>
            <a:off x="4272852" y="3476473"/>
            <a:ext cx="3931920" cy="808375"/>
          </a:xfrm>
          <a:prstGeom prst="roundRect">
            <a:avLst>
              <a:gd name="adj" fmla="val 11613"/>
            </a:avLst>
          </a:prstGeom>
          <a:solidFill>
            <a:srgbClr val="7C3AED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4082FFEF-6E8F-0C27-C6FE-3487DCECA7BE}"/>
              </a:ext>
            </a:extLst>
          </p:cNvPr>
          <p:cNvSpPr/>
          <p:nvPr/>
        </p:nvSpPr>
        <p:spPr>
          <a:xfrm>
            <a:off x="4410012" y="3489339"/>
            <a:ext cx="3657600" cy="7040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İsveç</a:t>
            </a:r>
            <a:r>
              <a:rPr lang="en-US" sz="1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’</a:t>
            </a:r>
            <a:r>
              <a:rPr lang="tr-TR" sz="1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</a:t>
            </a: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yaşıyorum.</a:t>
            </a:r>
            <a:endParaRPr lang="en-US" sz="1900" dirty="0"/>
          </a:p>
        </p:txBody>
      </p:sp>
      <p:pic>
        <p:nvPicPr>
          <p:cNvPr id="23" name="Resim 22">
            <a:extLst>
              <a:ext uri="{FF2B5EF4-FFF2-40B4-BE49-F238E27FC236}">
                <a16:creationId xmlns:a16="http://schemas.microsoft.com/office/drawing/2014/main" id="{BE5E1116-44A4-9A83-7922-5AFBC041B9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184" y="2193787"/>
            <a:ext cx="1480905" cy="876911"/>
          </a:xfrm>
          <a:prstGeom prst="rect">
            <a:avLst/>
          </a:prstGeom>
        </p:spPr>
      </p:pic>
      <p:pic>
        <p:nvPicPr>
          <p:cNvPr id="25" name="Resim 24">
            <a:extLst>
              <a:ext uri="{FF2B5EF4-FFF2-40B4-BE49-F238E27FC236}">
                <a16:creationId xmlns:a16="http://schemas.microsoft.com/office/drawing/2014/main" id="{11F3A5D1-C57D-423C-F926-DEE1AF4EB7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0184" y="1015832"/>
            <a:ext cx="1518039" cy="1086515"/>
          </a:xfrm>
          <a:prstGeom prst="rect">
            <a:avLst/>
          </a:prstGeom>
        </p:spPr>
      </p:pic>
      <p:pic>
        <p:nvPicPr>
          <p:cNvPr id="27" name="Resim 26">
            <a:extLst>
              <a:ext uri="{FF2B5EF4-FFF2-40B4-BE49-F238E27FC236}">
                <a16:creationId xmlns:a16="http://schemas.microsoft.com/office/drawing/2014/main" id="{C3A55A5C-C981-3D5A-DB13-F2D1E13C2B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0184" y="3246229"/>
            <a:ext cx="1513934" cy="9471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3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229600" cy="731520"/>
          </a:xfrm>
          <a:prstGeom prst="rect">
            <a:avLst/>
          </a:prstGeom>
          <a:noFill/>
          <a:ln/>
        </p:spPr>
        <p:txBody>
          <a:bodyPr wrap="square" lIns="56769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HEPSİNİ BİRLEŞTİRELİM!</a:t>
            </a:r>
            <a:endParaRPr lang="en-US" sz="2500" dirty="0"/>
          </a:p>
        </p:txBody>
      </p:sp>
      <p:pic>
        <p:nvPicPr>
          <p:cNvPr id="49" name="Picture 48" descr="emo_1f4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755" y="256349"/>
            <a:ext cx="365125" cy="365125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457200" y="1078992"/>
            <a:ext cx="594360" cy="594360"/>
          </a:xfrm>
          <a:prstGeom prst="ellipse">
            <a:avLst/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0" name="Picture 49" descr="emo_1f5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" y="1208532"/>
            <a:ext cx="335280" cy="335280"/>
          </a:xfrm>
          <a:prstGeom prst="rect">
            <a:avLst/>
          </a:prstGeom>
        </p:spPr>
      </p:pic>
      <p:sp>
        <p:nvSpPr>
          <p:cNvPr id="6" name="Shape 4"/>
          <p:cNvSpPr/>
          <p:nvPr/>
        </p:nvSpPr>
        <p:spPr>
          <a:xfrm>
            <a:off x="1234440" y="1051560"/>
            <a:ext cx="6766560" cy="658368"/>
          </a:xfrm>
          <a:prstGeom prst="roundRect">
            <a:avLst>
              <a:gd name="adj" fmla="val 18056"/>
            </a:avLst>
          </a:prstGeom>
          <a:solidFill>
            <a:srgbClr val="DBEAF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417320" y="107899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Nerelisin?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947672"/>
            <a:ext cx="594360" cy="594360"/>
          </a:xfrm>
          <a:prstGeom prst="ellipse">
            <a:avLst/>
          </a:prstGeom>
          <a:solidFill>
            <a:srgbClr val="16A3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1" name="Picture 50" descr="emo_1f4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" y="2077212"/>
            <a:ext cx="335280" cy="335280"/>
          </a:xfrm>
          <a:prstGeom prst="rect">
            <a:avLst/>
          </a:prstGeom>
        </p:spPr>
      </p:pic>
      <p:sp>
        <p:nvSpPr>
          <p:cNvPr id="10" name="Shape 8"/>
          <p:cNvSpPr/>
          <p:nvPr/>
        </p:nvSpPr>
        <p:spPr>
          <a:xfrm>
            <a:off x="1234440" y="1920240"/>
            <a:ext cx="6766560" cy="658368"/>
          </a:xfrm>
          <a:prstGeom prst="roundRect">
            <a:avLst>
              <a:gd name="adj" fmla="val 18056"/>
            </a:avLst>
          </a:prstGeom>
          <a:solidFill>
            <a:srgbClr val="DCFCE7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417320" y="194767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800" b="1" i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Cevap</a:t>
            </a:r>
            <a:r>
              <a:rPr lang="en-US" sz="1800" b="1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ver.)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816352"/>
            <a:ext cx="594360" cy="594360"/>
          </a:xfrm>
          <a:prstGeom prst="ellipse">
            <a:avLst/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2" name="Picture 51" descr="emo_1f5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" y="2945892"/>
            <a:ext cx="335280" cy="335280"/>
          </a:xfrm>
          <a:prstGeom prst="rect">
            <a:avLst/>
          </a:prstGeom>
        </p:spPr>
      </p:pic>
      <p:sp>
        <p:nvSpPr>
          <p:cNvPr id="14" name="Shape 12"/>
          <p:cNvSpPr/>
          <p:nvPr/>
        </p:nvSpPr>
        <p:spPr>
          <a:xfrm>
            <a:off x="1234440" y="2788920"/>
            <a:ext cx="6766560" cy="658368"/>
          </a:xfrm>
          <a:prstGeom prst="roundRect">
            <a:avLst>
              <a:gd name="adj" fmla="val 18056"/>
            </a:avLst>
          </a:prstGeom>
          <a:solidFill>
            <a:srgbClr val="DBEAF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417320" y="281635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Nerede yaşıyorsun?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685032"/>
            <a:ext cx="594360" cy="594360"/>
          </a:xfrm>
          <a:prstGeom prst="ellipse">
            <a:avLst/>
          </a:prstGeom>
          <a:solidFill>
            <a:srgbClr val="16A3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3" name="Picture 52" descr="emo_1f4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" y="3814572"/>
            <a:ext cx="335280" cy="335280"/>
          </a:xfrm>
          <a:prstGeom prst="rect">
            <a:avLst/>
          </a:prstGeom>
        </p:spPr>
      </p:pic>
      <p:sp>
        <p:nvSpPr>
          <p:cNvPr id="18" name="Shape 16"/>
          <p:cNvSpPr/>
          <p:nvPr/>
        </p:nvSpPr>
        <p:spPr>
          <a:xfrm>
            <a:off x="1234440" y="3657600"/>
            <a:ext cx="6766560" cy="658368"/>
          </a:xfrm>
          <a:prstGeom prst="roundRect">
            <a:avLst>
              <a:gd name="adj" fmla="val 18056"/>
            </a:avLst>
          </a:prstGeom>
          <a:solidFill>
            <a:srgbClr val="DCFCE7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417320" y="368503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800" b="1" i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Cevap</a:t>
            </a:r>
            <a:r>
              <a:rPr lang="en-US" sz="1800" b="1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ver.)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017520" y="4526280"/>
            <a:ext cx="3108960" cy="502920"/>
          </a:xfrm>
          <a:prstGeom prst="roundRect">
            <a:avLst>
              <a:gd name="adj" fmla="val 49091"/>
            </a:avLst>
          </a:prstGeom>
          <a:solidFill>
            <a:srgbClr val="DC262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017520" y="4526280"/>
            <a:ext cx="3108960" cy="502920"/>
          </a:xfrm>
          <a:prstGeom prst="rect">
            <a:avLst/>
          </a:prstGeom>
          <a:noFill/>
          <a:ln/>
        </p:spPr>
        <p:txBody>
          <a:bodyPr wrap="square" lIns="35813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Cevap Ver!</a:t>
            </a:r>
            <a:endParaRPr lang="en-US" sz="1400" dirty="0"/>
          </a:p>
        </p:txBody>
      </p:sp>
      <p:pic>
        <p:nvPicPr>
          <p:cNvPr id="54" name="Picture 53" descr="emo_23f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9072" y="4675505"/>
            <a:ext cx="204469" cy="2044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567690" rtlCol="0" anchor="ctr"/>
          <a:lstStyle/>
          <a:p>
            <a:pPr marL="0" indent="0" algn="ctr">
              <a:buNone/>
            </a:pPr>
            <a:r>
              <a:rPr lang="tr-TR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NEREDE YAŞIYORSUN</a:t>
            </a:r>
            <a:endParaRPr lang="en-US" sz="2500" dirty="0"/>
          </a:p>
        </p:txBody>
      </p:sp>
      <p:pic>
        <p:nvPicPr>
          <p:cNvPr id="11" name="Picture 10" descr="emo_1f5fa_fe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980" y="274637"/>
            <a:ext cx="365125" cy="365125"/>
          </a:xfrm>
          <a:prstGeom prst="rect">
            <a:avLst/>
          </a:prstGeom>
        </p:spPr>
      </p:pic>
      <p:pic>
        <p:nvPicPr>
          <p:cNvPr id="12" name="Picture 11" descr="emo_1f4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244" y="1072301"/>
            <a:ext cx="914400" cy="91440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731520" y="2078141"/>
            <a:ext cx="7680960" cy="1188720"/>
          </a:xfrm>
          <a:prstGeom prst="roundRect">
            <a:avLst>
              <a:gd name="adj" fmla="val 15385"/>
            </a:avLst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2169581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"Ben </a:t>
            </a:r>
            <a:r>
              <a:rPr lang="tr-TR" sz="2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_________’de / ________’da </a:t>
            </a:r>
            <a:r>
              <a:rPr lang="en-US" sz="2600" b="1" dirty="0" err="1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yaşıyorum</a:t>
            </a:r>
            <a:r>
              <a:rPr lang="en-US" sz="2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."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017520" y="3404021"/>
            <a:ext cx="3108960" cy="502920"/>
          </a:xfrm>
          <a:prstGeom prst="roundRect">
            <a:avLst>
              <a:gd name="adj" fmla="val 49091"/>
            </a:avLst>
          </a:prstGeom>
          <a:solidFill>
            <a:srgbClr val="DC262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017520" y="3404021"/>
            <a:ext cx="3108960" cy="502920"/>
          </a:xfrm>
          <a:prstGeom prst="rect">
            <a:avLst/>
          </a:prstGeom>
          <a:noFill/>
          <a:ln/>
        </p:spPr>
        <p:txBody>
          <a:bodyPr wrap="square" lIns="35813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Yüksek Sesle Söyle!</a:t>
            </a:r>
            <a:endParaRPr lang="en-US" sz="1400" dirty="0"/>
          </a:p>
        </p:txBody>
      </p:sp>
      <p:pic>
        <p:nvPicPr>
          <p:cNvPr id="13" name="Picture 12" descr="emo_23f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8751" y="3553246"/>
            <a:ext cx="204469" cy="204469"/>
          </a:xfrm>
          <a:prstGeom prst="rect">
            <a:avLst/>
          </a:prstGeom>
        </p:spPr>
      </p:pic>
      <p:sp>
        <p:nvSpPr>
          <p:cNvPr id="9" name="Shape 7"/>
          <p:cNvSpPr/>
          <p:nvPr/>
        </p:nvSpPr>
        <p:spPr>
          <a:xfrm>
            <a:off x="1371600" y="4231976"/>
            <a:ext cx="64008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371600" y="4231976"/>
            <a:ext cx="6400800" cy="502920"/>
          </a:xfrm>
          <a:prstGeom prst="rect">
            <a:avLst/>
          </a:prstGeom>
          <a:noFill/>
          <a:ln/>
        </p:spPr>
        <p:txBody>
          <a:bodyPr wrap="square" lIns="339088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Gülümsemeyi unutma — kendi evini anlatıyorsun!</a:t>
            </a:r>
            <a:endParaRPr lang="en-US" sz="1300" dirty="0"/>
          </a:p>
        </p:txBody>
      </p:sp>
      <p:pic>
        <p:nvPicPr>
          <p:cNvPr id="14" name="Picture 13" descr="emo_1f60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1192" y="4388504"/>
            <a:ext cx="189864" cy="1898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54864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KÜLTÜR KÖŞESİ – DEDEKTİF SIRRI!</a:t>
            </a:r>
            <a:endParaRPr lang="en-US" sz="2400" dirty="0"/>
          </a:p>
        </p:txBody>
      </p:sp>
      <p:pic>
        <p:nvPicPr>
          <p:cNvPr id="15" name="Picture 14" descr="emo_1f3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139" y="281940"/>
            <a:ext cx="350520" cy="35052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731520" y="1420045"/>
            <a:ext cx="76809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" y="1511485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Türkler aynı memleketten biriyle bağ kurar. Aynı memleketten gelen kişilere «</a:t>
            </a:r>
            <a:r>
              <a:rPr lang="tr-TR" sz="17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hemşehri</a:t>
            </a:r>
            <a:r>
              <a:rPr lang="tr-TR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 denir. 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314064"/>
            <a:ext cx="7680960" cy="868680"/>
          </a:xfrm>
          <a:prstGeom prst="roundRect">
            <a:avLst>
              <a:gd name="adj" fmla="val 15789"/>
            </a:avLst>
          </a:prstGeom>
          <a:solidFill>
            <a:srgbClr val="FFEDD5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14400" y="3378072"/>
            <a:ext cx="7315200" cy="731520"/>
          </a:xfrm>
          <a:prstGeom prst="rect">
            <a:avLst/>
          </a:prstGeom>
          <a:noFill/>
          <a:ln/>
        </p:spPr>
        <p:txBody>
          <a:bodyPr wrap="square" lIns="377189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 Görevi: Yarın okulda bir arkadaşına 'Nerelisin?' diye sor, </a:t>
            </a:r>
            <a:r>
              <a:rPr lang="en-US" sz="1500" b="1" dirty="0" err="1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bakalım</a:t>
            </a: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tr-TR" sz="1500" b="1" dirty="0" err="1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hemşehrin</a:t>
            </a:r>
            <a:r>
              <a:rPr lang="tr-TR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 mı</a:t>
            </a: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pic>
        <p:nvPicPr>
          <p:cNvPr id="16" name="Picture 15" descr="emo_1f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34295"/>
            <a:ext cx="219074" cy="2190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emo_2b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" y="426720"/>
            <a:ext cx="426720" cy="426720"/>
          </a:xfrm>
          <a:prstGeom prst="rect">
            <a:avLst/>
          </a:prstGeom>
        </p:spPr>
      </p:pic>
      <p:pic>
        <p:nvPicPr>
          <p:cNvPr id="18" name="Picture 17" descr="emo_2b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720" y="563880"/>
            <a:ext cx="335280" cy="335280"/>
          </a:xfrm>
          <a:prstGeom prst="rect">
            <a:avLst/>
          </a:prstGeom>
        </p:spPr>
      </p:pic>
      <p:pic>
        <p:nvPicPr>
          <p:cNvPr id="19" name="Picture 18" descr="emo_27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" y="4328160"/>
            <a:ext cx="304800" cy="304800"/>
          </a:xfrm>
          <a:prstGeom prst="rect">
            <a:avLst/>
          </a:prstGeom>
        </p:spPr>
      </p:pic>
      <p:pic>
        <p:nvPicPr>
          <p:cNvPr id="20" name="Picture 19" descr="emo_27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434840"/>
            <a:ext cx="274320" cy="274320"/>
          </a:xfrm>
          <a:prstGeom prst="rect">
            <a:avLst/>
          </a:prstGeom>
        </p:spPr>
      </p:pic>
      <p:pic>
        <p:nvPicPr>
          <p:cNvPr id="21" name="Picture 20" descr="emo_1f30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5760" y="609600"/>
            <a:ext cx="792480" cy="792480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457200" y="1538433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GÖREV TAMAMLANDI!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1005840" y="2834640"/>
            <a:ext cx="3383280" cy="594360"/>
          </a:xfrm>
          <a:prstGeom prst="roundRect">
            <a:avLst>
              <a:gd name="adj" fmla="val 18462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28346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Nerelisin?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834640"/>
            <a:ext cx="3383280" cy="594360"/>
          </a:xfrm>
          <a:prstGeom prst="roundRect">
            <a:avLst>
              <a:gd name="adj" fmla="val 18462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663440" y="28346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Türkiyeliyim</a:t>
            </a:r>
            <a:r>
              <a:rPr lang="tr-TR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3611880"/>
            <a:ext cx="3383280" cy="594360"/>
          </a:xfrm>
          <a:prstGeom prst="roundRect">
            <a:avLst>
              <a:gd name="adj" fmla="val 1846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05840" y="36118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Nerede yaşıyorsun?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3611880"/>
            <a:ext cx="3383280" cy="594360"/>
          </a:xfrm>
          <a:prstGeom prst="roundRect">
            <a:avLst>
              <a:gd name="adj" fmla="val 1846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663440" y="36118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Hollanda'da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yaşıyorum</a:t>
            </a:r>
            <a:r>
              <a:rPr lang="tr-TR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526280"/>
            <a:ext cx="7315200" cy="457200"/>
          </a:xfrm>
          <a:prstGeom prst="rect">
            <a:avLst/>
          </a:prstGeom>
          <a:noFill/>
          <a:ln/>
        </p:spPr>
        <p:txBody>
          <a:bodyPr wrap="square" rIns="415289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sonraki görevde görüşürüz!</a:t>
            </a:r>
            <a:endParaRPr lang="en-US" sz="1700" dirty="0"/>
          </a:p>
        </p:txBody>
      </p:sp>
      <p:pic>
        <p:nvPicPr>
          <p:cNvPr id="22" name="Picture 21" descr="emo_1f30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5717" y="4630738"/>
            <a:ext cx="248284" cy="2482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</TotalTime>
  <Words>719</Words>
  <Application>Microsoft Macintosh PowerPoint</Application>
  <PresentationFormat>Ekran Gösterisi (16:9)</PresentationFormat>
  <Paragraphs>94</Paragraphs>
  <Slides>13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Dil Dedektifi - A1 T1 D2 Dünya Turu</dc:title>
  <dc:subject>PptxGenJS Presentation</dc:subject>
  <dc:creator>PptxGenJS</dc:creator>
  <cp:lastModifiedBy>Esma TOKCAN TEKİN</cp:lastModifiedBy>
  <cp:revision>6</cp:revision>
  <dcterms:created xsi:type="dcterms:W3CDTF">2026-06-30T11:55:10Z</dcterms:created>
  <dcterms:modified xsi:type="dcterms:W3CDTF">2026-10-02T09:06:11Z</dcterms:modified>
</cp:coreProperties>
</file>